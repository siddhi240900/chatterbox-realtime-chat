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E5B1E6-7AB1-4789-BE89-6BEBDDEE6CE9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67FFBEE-CDDF-4FB3-88CE-72C1738DD550}">
      <dgm:prSet custT="1"/>
      <dgm:spPr/>
      <dgm:t>
        <a:bodyPr/>
        <a:lstStyle/>
        <a:p>
          <a:pPr rtl="0"/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User registers via /auth/register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DA3643-08CF-41A8-98FF-E5BC74033DB9}" type="parTrans" cxnId="{535E13A0-5595-4CC4-9B32-08C85522DB20}">
      <dgm:prSet/>
      <dgm:spPr/>
      <dgm:t>
        <a:bodyPr/>
        <a:lstStyle/>
        <a:p>
          <a:endParaRPr lang="en-IN"/>
        </a:p>
      </dgm:t>
    </dgm:pt>
    <dgm:pt modelId="{B3461FD9-343C-44D1-BB5D-37128DD9EE5D}" type="sibTrans" cxnId="{535E13A0-5595-4CC4-9B32-08C85522DB20}">
      <dgm:prSet/>
      <dgm:spPr/>
      <dgm:t>
        <a:bodyPr/>
        <a:lstStyle/>
        <a:p>
          <a:endParaRPr lang="en-IN"/>
        </a:p>
      </dgm:t>
    </dgm:pt>
    <dgm:pt modelId="{18033876-BD41-4FF6-A5C3-D861A3525D62}">
      <dgm:prSet custT="1"/>
      <dgm:spPr/>
      <dgm:t>
        <a:bodyPr/>
        <a:lstStyle/>
        <a:p>
          <a:pPr rtl="0"/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Password is hashed using Bcrypt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F402F1-37BF-4F01-8BD9-7649AFEE5566}" type="parTrans" cxnId="{A1B01D69-4A11-460E-960D-CF366862BBD1}">
      <dgm:prSet/>
      <dgm:spPr/>
      <dgm:t>
        <a:bodyPr/>
        <a:lstStyle/>
        <a:p>
          <a:endParaRPr lang="en-IN"/>
        </a:p>
      </dgm:t>
    </dgm:pt>
    <dgm:pt modelId="{6A620580-B880-440E-9C07-D7BC267426F0}" type="sibTrans" cxnId="{A1B01D69-4A11-460E-960D-CF366862BBD1}">
      <dgm:prSet/>
      <dgm:spPr/>
      <dgm:t>
        <a:bodyPr/>
        <a:lstStyle/>
        <a:p>
          <a:endParaRPr lang="en-IN"/>
        </a:p>
      </dgm:t>
    </dgm:pt>
    <dgm:pt modelId="{A4AEE5F4-2BE8-4AB8-B044-067A2EB550EF}">
      <dgm:prSet custT="1"/>
      <dgm:spPr/>
      <dgm:t>
        <a:bodyPr/>
        <a:lstStyle/>
        <a:p>
          <a:pPr rtl="0"/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JWT token is generated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AA2A97-1C39-4642-89B3-74D820C942E7}" type="parTrans" cxnId="{BE1B365A-A9CE-4229-B3F5-D40210167C13}">
      <dgm:prSet/>
      <dgm:spPr/>
      <dgm:t>
        <a:bodyPr/>
        <a:lstStyle/>
        <a:p>
          <a:endParaRPr lang="en-IN"/>
        </a:p>
      </dgm:t>
    </dgm:pt>
    <dgm:pt modelId="{EACC8DBA-031C-4906-B1D4-60DC863DF777}" type="sibTrans" cxnId="{BE1B365A-A9CE-4229-B3F5-D40210167C13}">
      <dgm:prSet/>
      <dgm:spPr/>
      <dgm:t>
        <a:bodyPr/>
        <a:lstStyle/>
        <a:p>
          <a:endParaRPr lang="en-IN"/>
        </a:p>
      </dgm:t>
    </dgm:pt>
    <dgm:pt modelId="{83BDA993-A953-4539-BBC2-BB6E300541E8}">
      <dgm:prSet custT="1"/>
      <dgm:spPr/>
      <dgm:t>
        <a:bodyPr/>
        <a:lstStyle/>
        <a:p>
          <a:pPr rtl="0"/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Token stored in browser </a:t>
          </a:r>
          <a:r>
            <a:rPr lang="en-US" sz="2000" b="0" i="0" baseline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localStorage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9DFF9B-C421-4138-977B-91A6641AB11E}" type="parTrans" cxnId="{CC4F9BD2-D874-442D-9A43-40A78138D631}">
      <dgm:prSet/>
      <dgm:spPr/>
      <dgm:t>
        <a:bodyPr/>
        <a:lstStyle/>
        <a:p>
          <a:endParaRPr lang="en-IN"/>
        </a:p>
      </dgm:t>
    </dgm:pt>
    <dgm:pt modelId="{BCBDB31A-3171-4000-A943-1EE816253ACD}" type="sibTrans" cxnId="{CC4F9BD2-D874-442D-9A43-40A78138D631}">
      <dgm:prSet/>
      <dgm:spPr/>
      <dgm:t>
        <a:bodyPr/>
        <a:lstStyle/>
        <a:p>
          <a:endParaRPr lang="en-IN"/>
        </a:p>
      </dgm:t>
    </dgm:pt>
    <dgm:pt modelId="{D2E6C150-E396-434D-9FD5-F8020B136F51}">
      <dgm:prSet custT="1"/>
      <dgm:spPr/>
      <dgm:t>
        <a:bodyPr/>
        <a:lstStyle/>
        <a:p>
          <a:pPr rtl="0"/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Protected routes validate token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52FC0A-0555-44BC-AFC6-1CDAC3AFB5AC}" type="parTrans" cxnId="{FC03FD13-559F-42DF-B975-D07DD3AE3A35}">
      <dgm:prSet/>
      <dgm:spPr/>
      <dgm:t>
        <a:bodyPr/>
        <a:lstStyle/>
        <a:p>
          <a:endParaRPr lang="en-IN"/>
        </a:p>
      </dgm:t>
    </dgm:pt>
    <dgm:pt modelId="{19DE2DBF-091C-45F0-8788-870735EC851B}" type="sibTrans" cxnId="{FC03FD13-559F-42DF-B975-D07DD3AE3A35}">
      <dgm:prSet/>
      <dgm:spPr/>
      <dgm:t>
        <a:bodyPr/>
        <a:lstStyle/>
        <a:p>
          <a:endParaRPr lang="en-IN"/>
        </a:p>
      </dgm:t>
    </dgm:pt>
    <dgm:pt modelId="{0F52B44C-91F0-4C5B-A256-14718F981F10}">
      <dgm:prSet custT="1"/>
      <dgm:spPr/>
      <dgm:t>
        <a:bodyPr/>
        <a:lstStyle/>
        <a:p>
          <a:pPr rtl="0"/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Admin access verified using role-based check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1F573A-55F1-47BC-B452-53F1F62D2B4F}" type="parTrans" cxnId="{7313B5B2-9280-433B-9F13-BDDDB07C8E85}">
      <dgm:prSet/>
      <dgm:spPr/>
      <dgm:t>
        <a:bodyPr/>
        <a:lstStyle/>
        <a:p>
          <a:endParaRPr lang="en-IN"/>
        </a:p>
      </dgm:t>
    </dgm:pt>
    <dgm:pt modelId="{209B206D-F33F-43D3-B819-AF1098056928}" type="sibTrans" cxnId="{7313B5B2-9280-433B-9F13-BDDDB07C8E85}">
      <dgm:prSet/>
      <dgm:spPr/>
      <dgm:t>
        <a:bodyPr/>
        <a:lstStyle/>
        <a:p>
          <a:endParaRPr lang="en-IN"/>
        </a:p>
      </dgm:t>
    </dgm:pt>
    <dgm:pt modelId="{D2871716-54DD-4275-81F6-9ED715E1A18F}" type="pres">
      <dgm:prSet presAssocID="{BDE5B1E6-7AB1-4789-BE89-6BEBDDEE6CE9}" presName="Name0" presStyleCnt="0">
        <dgm:presLayoutVars>
          <dgm:chMax val="7"/>
          <dgm:chPref val="5"/>
        </dgm:presLayoutVars>
      </dgm:prSet>
      <dgm:spPr/>
    </dgm:pt>
    <dgm:pt modelId="{CC919511-D169-43C0-8B63-36F8B4FCC92D}" type="pres">
      <dgm:prSet presAssocID="{BDE5B1E6-7AB1-4789-BE89-6BEBDDEE6CE9}" presName="arrow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2EAD3E9C-E39F-48D5-8DBD-FE70EFDEEE57}" type="pres">
      <dgm:prSet presAssocID="{467FFBEE-CDDF-4FB3-88CE-72C1738DD550}" presName="txNode1" presStyleLbl="revTx" presStyleIdx="0" presStyleCnt="6">
        <dgm:presLayoutVars>
          <dgm:bulletEnabled val="1"/>
        </dgm:presLayoutVars>
      </dgm:prSet>
      <dgm:spPr/>
    </dgm:pt>
    <dgm:pt modelId="{0ECD58B1-2CE9-4650-B37F-514F1916096F}" type="pres">
      <dgm:prSet presAssocID="{18033876-BD41-4FF6-A5C3-D861A3525D62}" presName="txNode2" presStyleLbl="revTx" presStyleIdx="1" presStyleCnt="6">
        <dgm:presLayoutVars>
          <dgm:bulletEnabled val="1"/>
        </dgm:presLayoutVars>
      </dgm:prSet>
      <dgm:spPr/>
    </dgm:pt>
    <dgm:pt modelId="{D41DFB5F-E482-415B-8068-745C0336DEF7}" type="pres">
      <dgm:prSet presAssocID="{6A620580-B880-440E-9C07-D7BC267426F0}" presName="dotNode2" presStyleCnt="0"/>
      <dgm:spPr/>
    </dgm:pt>
    <dgm:pt modelId="{C46037AA-F85F-479B-A585-A8C54542B102}" type="pres">
      <dgm:prSet presAssocID="{6A620580-B880-440E-9C07-D7BC267426F0}" presName="dotRepeatNode" presStyleLbl="fgShp" presStyleIdx="0" presStyleCnt="4"/>
      <dgm:spPr/>
    </dgm:pt>
    <dgm:pt modelId="{0368DA41-A010-4339-A821-D894E173A5F0}" type="pres">
      <dgm:prSet presAssocID="{A4AEE5F4-2BE8-4AB8-B044-067A2EB550EF}" presName="txNode3" presStyleLbl="revTx" presStyleIdx="2" presStyleCnt="6">
        <dgm:presLayoutVars>
          <dgm:bulletEnabled val="1"/>
        </dgm:presLayoutVars>
      </dgm:prSet>
      <dgm:spPr/>
    </dgm:pt>
    <dgm:pt modelId="{60070E62-AD20-4368-9169-5C98A5ECE77A}" type="pres">
      <dgm:prSet presAssocID="{EACC8DBA-031C-4906-B1D4-60DC863DF777}" presName="dotNode3" presStyleCnt="0"/>
      <dgm:spPr/>
    </dgm:pt>
    <dgm:pt modelId="{543D9174-0542-46EE-9C2C-E7B8D30F7CDC}" type="pres">
      <dgm:prSet presAssocID="{EACC8DBA-031C-4906-B1D4-60DC863DF777}" presName="dotRepeatNode" presStyleLbl="fgShp" presStyleIdx="1" presStyleCnt="4"/>
      <dgm:spPr/>
    </dgm:pt>
    <dgm:pt modelId="{50C1E44C-C1E9-42E8-8AEB-A4D7C12FE537}" type="pres">
      <dgm:prSet presAssocID="{83BDA993-A953-4539-BBC2-BB6E300541E8}" presName="txNode4" presStyleLbl="revTx" presStyleIdx="3" presStyleCnt="6">
        <dgm:presLayoutVars>
          <dgm:bulletEnabled val="1"/>
        </dgm:presLayoutVars>
      </dgm:prSet>
      <dgm:spPr/>
    </dgm:pt>
    <dgm:pt modelId="{6D612CC1-1C11-4ACE-8C70-6EC3B5C830BA}" type="pres">
      <dgm:prSet presAssocID="{BCBDB31A-3171-4000-A943-1EE816253ACD}" presName="dotNode4" presStyleCnt="0"/>
      <dgm:spPr/>
    </dgm:pt>
    <dgm:pt modelId="{18535EAC-495B-4B53-9012-3B5D36CC9ADB}" type="pres">
      <dgm:prSet presAssocID="{BCBDB31A-3171-4000-A943-1EE816253ACD}" presName="dotRepeatNode" presStyleLbl="fgShp" presStyleIdx="2" presStyleCnt="4"/>
      <dgm:spPr/>
    </dgm:pt>
    <dgm:pt modelId="{396049A1-2CB2-4781-8016-7F059A8ECDD2}" type="pres">
      <dgm:prSet presAssocID="{D2E6C150-E396-434D-9FD5-F8020B136F51}" presName="txNode5" presStyleLbl="revTx" presStyleIdx="4" presStyleCnt="6">
        <dgm:presLayoutVars>
          <dgm:bulletEnabled val="1"/>
        </dgm:presLayoutVars>
      </dgm:prSet>
      <dgm:spPr/>
    </dgm:pt>
    <dgm:pt modelId="{04D29C4B-B400-400A-B2EA-CBC850F1E637}" type="pres">
      <dgm:prSet presAssocID="{19DE2DBF-091C-45F0-8788-870735EC851B}" presName="dotNode5" presStyleCnt="0"/>
      <dgm:spPr/>
    </dgm:pt>
    <dgm:pt modelId="{7F74B82E-0D6B-48A0-B276-C2E4BA43ABAF}" type="pres">
      <dgm:prSet presAssocID="{19DE2DBF-091C-45F0-8788-870735EC851B}" presName="dotRepeatNode" presStyleLbl="fgShp" presStyleIdx="3" presStyleCnt="4"/>
      <dgm:spPr/>
    </dgm:pt>
    <dgm:pt modelId="{BD02E7DE-8825-4F35-8ADC-2872E49D4D5A}" type="pres">
      <dgm:prSet presAssocID="{0F52B44C-91F0-4C5B-A256-14718F981F10}" presName="txNode6" presStyleLbl="revTx" presStyleIdx="5" presStyleCnt="6">
        <dgm:presLayoutVars>
          <dgm:bulletEnabled val="1"/>
        </dgm:presLayoutVars>
      </dgm:prSet>
      <dgm:spPr/>
    </dgm:pt>
  </dgm:ptLst>
  <dgm:cxnLst>
    <dgm:cxn modelId="{7313B5B2-9280-433B-9F13-BDDDB07C8E85}" srcId="{BDE5B1E6-7AB1-4789-BE89-6BEBDDEE6CE9}" destId="{0F52B44C-91F0-4C5B-A256-14718F981F10}" srcOrd="5" destOrd="0" parTransId="{9F1F573A-55F1-47BC-B452-53F1F62D2B4F}" sibTransId="{209B206D-F33F-43D3-B819-AF1098056928}"/>
    <dgm:cxn modelId="{C30183BA-7F7D-476B-A756-F7B7B6D04EA7}" type="presOf" srcId="{467FFBEE-CDDF-4FB3-88CE-72C1738DD550}" destId="{2EAD3E9C-E39F-48D5-8DBD-FE70EFDEEE57}" srcOrd="0" destOrd="0" presId="urn:microsoft.com/office/officeart/2009/3/layout/DescendingProcess"/>
    <dgm:cxn modelId="{BE1B365A-A9CE-4229-B3F5-D40210167C13}" srcId="{BDE5B1E6-7AB1-4789-BE89-6BEBDDEE6CE9}" destId="{A4AEE5F4-2BE8-4AB8-B044-067A2EB550EF}" srcOrd="2" destOrd="0" parTransId="{5DAA2A97-1C39-4642-89B3-74D820C942E7}" sibTransId="{EACC8DBA-031C-4906-B1D4-60DC863DF777}"/>
    <dgm:cxn modelId="{B8482154-B020-4C8F-ABB3-1599C85D10E3}" type="presOf" srcId="{19DE2DBF-091C-45F0-8788-870735EC851B}" destId="{7F74B82E-0D6B-48A0-B276-C2E4BA43ABAF}" srcOrd="0" destOrd="0" presId="urn:microsoft.com/office/officeart/2009/3/layout/DescendingProcess"/>
    <dgm:cxn modelId="{CC4F9BD2-D874-442D-9A43-40A78138D631}" srcId="{BDE5B1E6-7AB1-4789-BE89-6BEBDDEE6CE9}" destId="{83BDA993-A953-4539-BBC2-BB6E300541E8}" srcOrd="3" destOrd="0" parTransId="{689DFF9B-C421-4138-977B-91A6641AB11E}" sibTransId="{BCBDB31A-3171-4000-A943-1EE816253ACD}"/>
    <dgm:cxn modelId="{0E30683F-1A28-42B2-B489-2CAF6A87ECA2}" type="presOf" srcId="{D2E6C150-E396-434D-9FD5-F8020B136F51}" destId="{396049A1-2CB2-4781-8016-7F059A8ECDD2}" srcOrd="0" destOrd="0" presId="urn:microsoft.com/office/officeart/2009/3/layout/DescendingProcess"/>
    <dgm:cxn modelId="{01AD05E4-B8F9-4710-AA90-7D5B45B64457}" type="presOf" srcId="{0F52B44C-91F0-4C5B-A256-14718F981F10}" destId="{BD02E7DE-8825-4F35-8ADC-2872E49D4D5A}" srcOrd="0" destOrd="0" presId="urn:microsoft.com/office/officeart/2009/3/layout/DescendingProcess"/>
    <dgm:cxn modelId="{535E13A0-5595-4CC4-9B32-08C85522DB20}" srcId="{BDE5B1E6-7AB1-4789-BE89-6BEBDDEE6CE9}" destId="{467FFBEE-CDDF-4FB3-88CE-72C1738DD550}" srcOrd="0" destOrd="0" parTransId="{37DA3643-08CF-41A8-98FF-E5BC74033DB9}" sibTransId="{B3461FD9-343C-44D1-BB5D-37128DD9EE5D}"/>
    <dgm:cxn modelId="{D52ABB2E-3150-46EB-B8D5-8CD1B65DC029}" type="presOf" srcId="{BDE5B1E6-7AB1-4789-BE89-6BEBDDEE6CE9}" destId="{D2871716-54DD-4275-81F6-9ED715E1A18F}" srcOrd="0" destOrd="0" presId="urn:microsoft.com/office/officeart/2009/3/layout/DescendingProcess"/>
    <dgm:cxn modelId="{BEA615C8-2157-421B-948E-E5C4231C7A6C}" type="presOf" srcId="{EACC8DBA-031C-4906-B1D4-60DC863DF777}" destId="{543D9174-0542-46EE-9C2C-E7B8D30F7CDC}" srcOrd="0" destOrd="0" presId="urn:microsoft.com/office/officeart/2009/3/layout/DescendingProcess"/>
    <dgm:cxn modelId="{A1B01D69-4A11-460E-960D-CF366862BBD1}" srcId="{BDE5B1E6-7AB1-4789-BE89-6BEBDDEE6CE9}" destId="{18033876-BD41-4FF6-A5C3-D861A3525D62}" srcOrd="1" destOrd="0" parTransId="{B4F402F1-37BF-4F01-8BD9-7649AFEE5566}" sibTransId="{6A620580-B880-440E-9C07-D7BC267426F0}"/>
    <dgm:cxn modelId="{5E5E2198-AEB0-4B4C-83F6-BF1BD394E112}" type="presOf" srcId="{83BDA993-A953-4539-BBC2-BB6E300541E8}" destId="{50C1E44C-C1E9-42E8-8AEB-A4D7C12FE537}" srcOrd="0" destOrd="0" presId="urn:microsoft.com/office/officeart/2009/3/layout/DescendingProcess"/>
    <dgm:cxn modelId="{3697105A-47C2-4EC5-8F3A-4692C3BA21D4}" type="presOf" srcId="{BCBDB31A-3171-4000-A943-1EE816253ACD}" destId="{18535EAC-495B-4B53-9012-3B5D36CC9ADB}" srcOrd="0" destOrd="0" presId="urn:microsoft.com/office/officeart/2009/3/layout/DescendingProcess"/>
    <dgm:cxn modelId="{FC03FD13-559F-42DF-B975-D07DD3AE3A35}" srcId="{BDE5B1E6-7AB1-4789-BE89-6BEBDDEE6CE9}" destId="{D2E6C150-E396-434D-9FD5-F8020B136F51}" srcOrd="4" destOrd="0" parTransId="{0D52FC0A-0555-44BC-AFC6-1CDAC3AFB5AC}" sibTransId="{19DE2DBF-091C-45F0-8788-870735EC851B}"/>
    <dgm:cxn modelId="{92F3F506-6E59-4F2E-85D7-62F5C0395C42}" type="presOf" srcId="{18033876-BD41-4FF6-A5C3-D861A3525D62}" destId="{0ECD58B1-2CE9-4650-B37F-514F1916096F}" srcOrd="0" destOrd="0" presId="urn:microsoft.com/office/officeart/2009/3/layout/DescendingProcess"/>
    <dgm:cxn modelId="{CFCF7E21-DA35-400C-9DD3-0C729CD91148}" type="presOf" srcId="{A4AEE5F4-2BE8-4AB8-B044-067A2EB550EF}" destId="{0368DA41-A010-4339-A821-D894E173A5F0}" srcOrd="0" destOrd="0" presId="urn:microsoft.com/office/officeart/2009/3/layout/DescendingProcess"/>
    <dgm:cxn modelId="{8B62DA46-920F-43A1-ACE3-02E0FAE9C512}" type="presOf" srcId="{6A620580-B880-440E-9C07-D7BC267426F0}" destId="{C46037AA-F85F-479B-A585-A8C54542B102}" srcOrd="0" destOrd="0" presId="urn:microsoft.com/office/officeart/2009/3/layout/DescendingProcess"/>
    <dgm:cxn modelId="{D3682F6F-E65F-447E-9CB4-3EF883FF5DA8}" type="presParOf" srcId="{D2871716-54DD-4275-81F6-9ED715E1A18F}" destId="{CC919511-D169-43C0-8B63-36F8B4FCC92D}" srcOrd="0" destOrd="0" presId="urn:microsoft.com/office/officeart/2009/3/layout/DescendingProcess"/>
    <dgm:cxn modelId="{E70A4F1C-4A3A-418E-83C4-9ADF0A2FF9F4}" type="presParOf" srcId="{D2871716-54DD-4275-81F6-9ED715E1A18F}" destId="{2EAD3E9C-E39F-48D5-8DBD-FE70EFDEEE57}" srcOrd="1" destOrd="0" presId="urn:microsoft.com/office/officeart/2009/3/layout/DescendingProcess"/>
    <dgm:cxn modelId="{A50A54DC-7DC3-4C9A-AD49-6AAF3A60F41B}" type="presParOf" srcId="{D2871716-54DD-4275-81F6-9ED715E1A18F}" destId="{0ECD58B1-2CE9-4650-B37F-514F1916096F}" srcOrd="2" destOrd="0" presId="urn:microsoft.com/office/officeart/2009/3/layout/DescendingProcess"/>
    <dgm:cxn modelId="{D6EA9DA4-FEC1-47E6-B4AB-4595857A7D26}" type="presParOf" srcId="{D2871716-54DD-4275-81F6-9ED715E1A18F}" destId="{D41DFB5F-E482-415B-8068-745C0336DEF7}" srcOrd="3" destOrd="0" presId="urn:microsoft.com/office/officeart/2009/3/layout/DescendingProcess"/>
    <dgm:cxn modelId="{9CE672A6-6332-40EA-ACFA-D2B325CFFB68}" type="presParOf" srcId="{D41DFB5F-E482-415B-8068-745C0336DEF7}" destId="{C46037AA-F85F-479B-A585-A8C54542B102}" srcOrd="0" destOrd="0" presId="urn:microsoft.com/office/officeart/2009/3/layout/DescendingProcess"/>
    <dgm:cxn modelId="{62084372-6DDB-43D8-A45C-393FB510F77A}" type="presParOf" srcId="{D2871716-54DD-4275-81F6-9ED715E1A18F}" destId="{0368DA41-A010-4339-A821-D894E173A5F0}" srcOrd="4" destOrd="0" presId="urn:microsoft.com/office/officeart/2009/3/layout/DescendingProcess"/>
    <dgm:cxn modelId="{1FD02734-7089-47B6-A0E1-8DBB3AFD7A2E}" type="presParOf" srcId="{D2871716-54DD-4275-81F6-9ED715E1A18F}" destId="{60070E62-AD20-4368-9169-5C98A5ECE77A}" srcOrd="5" destOrd="0" presId="urn:microsoft.com/office/officeart/2009/3/layout/DescendingProcess"/>
    <dgm:cxn modelId="{2DA0E078-9BF5-457C-B4E2-BE874555AC95}" type="presParOf" srcId="{60070E62-AD20-4368-9169-5C98A5ECE77A}" destId="{543D9174-0542-46EE-9C2C-E7B8D30F7CDC}" srcOrd="0" destOrd="0" presId="urn:microsoft.com/office/officeart/2009/3/layout/DescendingProcess"/>
    <dgm:cxn modelId="{ED2B29EC-2793-4F89-ACCC-06E39F08F63E}" type="presParOf" srcId="{D2871716-54DD-4275-81F6-9ED715E1A18F}" destId="{50C1E44C-C1E9-42E8-8AEB-A4D7C12FE537}" srcOrd="6" destOrd="0" presId="urn:microsoft.com/office/officeart/2009/3/layout/DescendingProcess"/>
    <dgm:cxn modelId="{820BEAEB-7F8A-4AC8-B331-FF597508D3C3}" type="presParOf" srcId="{D2871716-54DD-4275-81F6-9ED715E1A18F}" destId="{6D612CC1-1C11-4ACE-8C70-6EC3B5C830BA}" srcOrd="7" destOrd="0" presId="urn:microsoft.com/office/officeart/2009/3/layout/DescendingProcess"/>
    <dgm:cxn modelId="{A62825BA-9500-48B3-AA47-5DE188D8AA22}" type="presParOf" srcId="{6D612CC1-1C11-4ACE-8C70-6EC3B5C830BA}" destId="{18535EAC-495B-4B53-9012-3B5D36CC9ADB}" srcOrd="0" destOrd="0" presId="urn:microsoft.com/office/officeart/2009/3/layout/DescendingProcess"/>
    <dgm:cxn modelId="{8757E367-CA16-4871-9DA9-F710F7EE7CB0}" type="presParOf" srcId="{D2871716-54DD-4275-81F6-9ED715E1A18F}" destId="{396049A1-2CB2-4781-8016-7F059A8ECDD2}" srcOrd="8" destOrd="0" presId="urn:microsoft.com/office/officeart/2009/3/layout/DescendingProcess"/>
    <dgm:cxn modelId="{5BC1AB8D-D876-4153-A602-0CEF49D8BCD8}" type="presParOf" srcId="{D2871716-54DD-4275-81F6-9ED715E1A18F}" destId="{04D29C4B-B400-400A-B2EA-CBC850F1E637}" srcOrd="9" destOrd="0" presId="urn:microsoft.com/office/officeart/2009/3/layout/DescendingProcess"/>
    <dgm:cxn modelId="{A423310E-562A-4EE8-B548-E6B5D2665F75}" type="presParOf" srcId="{04D29C4B-B400-400A-B2EA-CBC850F1E637}" destId="{7F74B82E-0D6B-48A0-B276-C2E4BA43ABAF}" srcOrd="0" destOrd="0" presId="urn:microsoft.com/office/officeart/2009/3/layout/DescendingProcess"/>
    <dgm:cxn modelId="{BA7A7F06-5642-41F5-AB44-90F03371A0A8}" type="presParOf" srcId="{D2871716-54DD-4275-81F6-9ED715E1A18F}" destId="{BD02E7DE-8825-4F35-8ADC-2872E49D4D5A}" srcOrd="10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A24BD4-AD87-4C05-8FF4-27F5AF848858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B51D7C5-1149-4796-9845-54B20A37FDFF}">
      <dgm:prSet custT="1"/>
      <dgm:spPr/>
      <dgm:t>
        <a:bodyPr/>
        <a:lstStyle/>
        <a:p>
          <a:pPr rtl="0"/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User connects using JWT token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E4078-0A13-49B0-90E1-4A5A17D439CE}" type="parTrans" cxnId="{B7392E3F-942D-4DA6-8B18-09F53E136BA1}">
      <dgm:prSet/>
      <dgm:spPr/>
      <dgm:t>
        <a:bodyPr/>
        <a:lstStyle/>
        <a:p>
          <a:endParaRPr lang="en-IN"/>
        </a:p>
      </dgm:t>
    </dgm:pt>
    <dgm:pt modelId="{BE3374AB-CD68-4C5A-A373-A5364C3D1FCA}" type="sibTrans" cxnId="{B7392E3F-942D-4DA6-8B18-09F53E136BA1}">
      <dgm:prSet/>
      <dgm:spPr/>
      <dgm:t>
        <a:bodyPr/>
        <a:lstStyle/>
        <a:p>
          <a:endParaRPr lang="en-IN"/>
        </a:p>
      </dgm:t>
    </dgm:pt>
    <dgm:pt modelId="{2F158906-AC3B-48B3-8D1E-D79A5D84E230}">
      <dgm:prSet custT="1"/>
      <dgm:spPr/>
      <dgm:t>
        <a:bodyPr/>
        <a:lstStyle/>
        <a:p>
          <a:pPr rtl="0"/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Token is verified before connection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0502FA-8C99-4C54-ACAE-9A92E5EBFEB6}" type="parTrans" cxnId="{AFA0CAF4-6744-4D94-B8F2-54BC48BF4EC8}">
      <dgm:prSet/>
      <dgm:spPr/>
      <dgm:t>
        <a:bodyPr/>
        <a:lstStyle/>
        <a:p>
          <a:endParaRPr lang="en-IN"/>
        </a:p>
      </dgm:t>
    </dgm:pt>
    <dgm:pt modelId="{8B3284D2-5B2E-4FAD-8F4C-58AB094F120D}" type="sibTrans" cxnId="{AFA0CAF4-6744-4D94-B8F2-54BC48BF4EC8}">
      <dgm:prSet/>
      <dgm:spPr/>
      <dgm:t>
        <a:bodyPr/>
        <a:lstStyle/>
        <a:p>
          <a:endParaRPr lang="en-IN"/>
        </a:p>
      </dgm:t>
    </dgm:pt>
    <dgm:pt modelId="{5C723662-03C8-42B8-90E5-FC418E51C8EF}">
      <dgm:prSet custT="1"/>
      <dgm:spPr/>
      <dgm:t>
        <a:bodyPr/>
        <a:lstStyle/>
        <a:p>
          <a:pPr rtl="0"/>
          <a:r>
            <a:rPr lang="en-US" sz="2000" b="0" i="0" baseline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ConnectionManager</a:t>
          </a:r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stores active connections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513BC9-568D-4823-B32F-9E56B6FCBD5A}" type="parTrans" cxnId="{9EECF571-BC5F-4066-B3A6-35DA89062060}">
      <dgm:prSet/>
      <dgm:spPr/>
      <dgm:t>
        <a:bodyPr/>
        <a:lstStyle/>
        <a:p>
          <a:endParaRPr lang="en-IN"/>
        </a:p>
      </dgm:t>
    </dgm:pt>
    <dgm:pt modelId="{DF00EE81-8AB7-4385-B4CA-77B83BD5CD1C}" type="sibTrans" cxnId="{9EECF571-BC5F-4066-B3A6-35DA89062060}">
      <dgm:prSet/>
      <dgm:spPr/>
      <dgm:t>
        <a:bodyPr/>
        <a:lstStyle/>
        <a:p>
          <a:endParaRPr lang="en-IN"/>
        </a:p>
      </dgm:t>
    </dgm:pt>
    <dgm:pt modelId="{3B409D9E-F3F7-4C64-8EDC-28079E1C4CF5}">
      <dgm:prSet custT="1"/>
      <dgm:spPr/>
      <dgm:t>
        <a:bodyPr/>
        <a:lstStyle/>
        <a:p>
          <a:pPr rtl="0"/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Messages broadcasted to all users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0C956D-74E0-41A6-A99F-8F7561C1905E}" type="parTrans" cxnId="{C0B1A1D2-D226-44A2-8127-AE644E72CF42}">
      <dgm:prSet/>
      <dgm:spPr/>
      <dgm:t>
        <a:bodyPr/>
        <a:lstStyle/>
        <a:p>
          <a:endParaRPr lang="en-IN"/>
        </a:p>
      </dgm:t>
    </dgm:pt>
    <dgm:pt modelId="{6611753F-5EE5-4DE1-82CE-1AF1CA458344}" type="sibTrans" cxnId="{C0B1A1D2-D226-44A2-8127-AE644E72CF42}">
      <dgm:prSet/>
      <dgm:spPr/>
      <dgm:t>
        <a:bodyPr/>
        <a:lstStyle/>
        <a:p>
          <a:endParaRPr lang="en-IN"/>
        </a:p>
      </dgm:t>
    </dgm:pt>
    <dgm:pt modelId="{BF66F0BE-9D66-4C2F-8556-C16D705CEA0C}">
      <dgm:prSet custT="1"/>
      <dgm:spPr/>
      <dgm:t>
        <a:bodyPr/>
        <a:lstStyle/>
        <a:p>
          <a:pPr rtl="0"/>
          <a:r>
            <a:rPr lang="en-US" sz="2000" b="0" i="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Messages stored in database with UTC timestamp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023392-B0EA-4648-8C4D-5030D04411F7}" type="parTrans" cxnId="{434F1CBD-1B7E-4CC3-A533-6E2BE1EBE595}">
      <dgm:prSet/>
      <dgm:spPr/>
      <dgm:t>
        <a:bodyPr/>
        <a:lstStyle/>
        <a:p>
          <a:endParaRPr lang="en-IN"/>
        </a:p>
      </dgm:t>
    </dgm:pt>
    <dgm:pt modelId="{C999CF7A-AA88-4FCD-8F64-2DA3AE4AF95F}" type="sibTrans" cxnId="{434F1CBD-1B7E-4CC3-A533-6E2BE1EBE595}">
      <dgm:prSet/>
      <dgm:spPr/>
      <dgm:t>
        <a:bodyPr/>
        <a:lstStyle/>
        <a:p>
          <a:endParaRPr lang="en-IN"/>
        </a:p>
      </dgm:t>
    </dgm:pt>
    <dgm:pt modelId="{D98AE00A-CEE2-4C62-BFC2-A2D4135FF329}" type="pres">
      <dgm:prSet presAssocID="{15A24BD4-AD87-4C05-8FF4-27F5AF848858}" presName="Name0" presStyleCnt="0">
        <dgm:presLayoutVars>
          <dgm:chMax val="7"/>
          <dgm:chPref val="5"/>
        </dgm:presLayoutVars>
      </dgm:prSet>
      <dgm:spPr/>
    </dgm:pt>
    <dgm:pt modelId="{67DBBA05-20F7-4208-9A60-7A393347229F}" type="pres">
      <dgm:prSet presAssocID="{15A24BD4-AD87-4C05-8FF4-27F5AF848858}" presName="arrowNode" presStyleLbl="node1" presStyleIdx="0" presStyleCnt="1"/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</dgm:pt>
    <dgm:pt modelId="{75EA748F-81FD-481A-BB30-57B9E2C77150}" type="pres">
      <dgm:prSet presAssocID="{8B51D7C5-1149-4796-9845-54B20A37FDFF}" presName="txNode1" presStyleLbl="revTx" presStyleIdx="0" presStyleCnt="5">
        <dgm:presLayoutVars>
          <dgm:bulletEnabled val="1"/>
        </dgm:presLayoutVars>
      </dgm:prSet>
      <dgm:spPr/>
    </dgm:pt>
    <dgm:pt modelId="{87B67395-58E3-4367-A2D8-F807F835B89B}" type="pres">
      <dgm:prSet presAssocID="{2F158906-AC3B-48B3-8D1E-D79A5D84E230}" presName="txNode2" presStyleLbl="revTx" presStyleIdx="1" presStyleCnt="5">
        <dgm:presLayoutVars>
          <dgm:bulletEnabled val="1"/>
        </dgm:presLayoutVars>
      </dgm:prSet>
      <dgm:spPr/>
    </dgm:pt>
    <dgm:pt modelId="{4827C6A1-7621-4181-9573-DB41106EE068}" type="pres">
      <dgm:prSet presAssocID="{8B3284D2-5B2E-4FAD-8F4C-58AB094F120D}" presName="dotNode2" presStyleCnt="0"/>
      <dgm:spPr/>
    </dgm:pt>
    <dgm:pt modelId="{929BBA47-A389-4DD9-A75A-18B1D06C6006}" type="pres">
      <dgm:prSet presAssocID="{8B3284D2-5B2E-4FAD-8F4C-58AB094F120D}" presName="dotRepeatNode" presStyleLbl="fgShp" presStyleIdx="0" presStyleCnt="3"/>
      <dgm:spPr/>
    </dgm:pt>
    <dgm:pt modelId="{B83FEF64-A1DE-4D34-BCDB-BF7995F90545}" type="pres">
      <dgm:prSet presAssocID="{5C723662-03C8-42B8-90E5-FC418E51C8EF}" presName="txNode3" presStyleLbl="revTx" presStyleIdx="2" presStyleCnt="5" custLinFactNeighborX="-3785">
        <dgm:presLayoutVars>
          <dgm:bulletEnabled val="1"/>
        </dgm:presLayoutVars>
      </dgm:prSet>
      <dgm:spPr/>
    </dgm:pt>
    <dgm:pt modelId="{DE5044EC-912A-4D96-9D20-583E947F207C}" type="pres">
      <dgm:prSet presAssocID="{DF00EE81-8AB7-4385-B4CA-77B83BD5CD1C}" presName="dotNode3" presStyleCnt="0"/>
      <dgm:spPr/>
    </dgm:pt>
    <dgm:pt modelId="{914F2AC9-EA12-41F2-A430-DD405F44EADE}" type="pres">
      <dgm:prSet presAssocID="{DF00EE81-8AB7-4385-B4CA-77B83BD5CD1C}" presName="dotRepeatNode" presStyleLbl="fgShp" presStyleIdx="1" presStyleCnt="3"/>
      <dgm:spPr/>
    </dgm:pt>
    <dgm:pt modelId="{D5F37307-50DE-4E43-9915-4D7158AA3CB7}" type="pres">
      <dgm:prSet presAssocID="{3B409D9E-F3F7-4C64-8EDC-28079E1C4CF5}" presName="txNode4" presStyleLbl="revTx" presStyleIdx="3" presStyleCnt="5">
        <dgm:presLayoutVars>
          <dgm:bulletEnabled val="1"/>
        </dgm:presLayoutVars>
      </dgm:prSet>
      <dgm:spPr/>
    </dgm:pt>
    <dgm:pt modelId="{4D8B050B-281E-4542-AAA1-5967C694E15A}" type="pres">
      <dgm:prSet presAssocID="{6611753F-5EE5-4DE1-82CE-1AF1CA458344}" presName="dotNode4" presStyleCnt="0"/>
      <dgm:spPr/>
    </dgm:pt>
    <dgm:pt modelId="{98CD6C8E-F081-4FBE-B8CD-16A71CBA3AF8}" type="pres">
      <dgm:prSet presAssocID="{6611753F-5EE5-4DE1-82CE-1AF1CA458344}" presName="dotRepeatNode" presStyleLbl="fgShp" presStyleIdx="2" presStyleCnt="3"/>
      <dgm:spPr/>
    </dgm:pt>
    <dgm:pt modelId="{67292283-26ED-409B-A3F5-91FFA2DF5C38}" type="pres">
      <dgm:prSet presAssocID="{BF66F0BE-9D66-4C2F-8556-C16D705CEA0C}" presName="txNode5" presStyleLbl="revTx" presStyleIdx="4" presStyleCnt="5">
        <dgm:presLayoutVars>
          <dgm:bulletEnabled val="1"/>
        </dgm:presLayoutVars>
      </dgm:prSet>
      <dgm:spPr/>
    </dgm:pt>
  </dgm:ptLst>
  <dgm:cxnLst>
    <dgm:cxn modelId="{ADC32521-5CE5-4F26-95CC-5BC1D1CFA03A}" type="presOf" srcId="{2F158906-AC3B-48B3-8D1E-D79A5D84E230}" destId="{87B67395-58E3-4367-A2D8-F807F835B89B}" srcOrd="0" destOrd="0" presId="urn:microsoft.com/office/officeart/2009/3/layout/DescendingProcess"/>
    <dgm:cxn modelId="{55688410-AD44-4346-8CED-556FE4DFEDF4}" type="presOf" srcId="{8B3284D2-5B2E-4FAD-8F4C-58AB094F120D}" destId="{929BBA47-A389-4DD9-A75A-18B1D06C6006}" srcOrd="0" destOrd="0" presId="urn:microsoft.com/office/officeart/2009/3/layout/DescendingProcess"/>
    <dgm:cxn modelId="{C0B1A1D2-D226-44A2-8127-AE644E72CF42}" srcId="{15A24BD4-AD87-4C05-8FF4-27F5AF848858}" destId="{3B409D9E-F3F7-4C64-8EDC-28079E1C4CF5}" srcOrd="3" destOrd="0" parTransId="{3A0C956D-74E0-41A6-A99F-8F7561C1905E}" sibTransId="{6611753F-5EE5-4DE1-82CE-1AF1CA458344}"/>
    <dgm:cxn modelId="{FF52012B-43D5-468B-9F7C-ADEA00BD8938}" type="presOf" srcId="{5C723662-03C8-42B8-90E5-FC418E51C8EF}" destId="{B83FEF64-A1DE-4D34-BCDB-BF7995F90545}" srcOrd="0" destOrd="0" presId="urn:microsoft.com/office/officeart/2009/3/layout/DescendingProcess"/>
    <dgm:cxn modelId="{BB5A30FD-A5BF-4231-A751-B56FE9A322AD}" type="presOf" srcId="{DF00EE81-8AB7-4385-B4CA-77B83BD5CD1C}" destId="{914F2AC9-EA12-41F2-A430-DD405F44EADE}" srcOrd="0" destOrd="0" presId="urn:microsoft.com/office/officeart/2009/3/layout/DescendingProcess"/>
    <dgm:cxn modelId="{07053499-9944-4C9A-82BA-78A164D86318}" type="presOf" srcId="{8B51D7C5-1149-4796-9845-54B20A37FDFF}" destId="{75EA748F-81FD-481A-BB30-57B9E2C77150}" srcOrd="0" destOrd="0" presId="urn:microsoft.com/office/officeart/2009/3/layout/DescendingProcess"/>
    <dgm:cxn modelId="{F16710C4-4D19-46B5-8643-9F39999D72AE}" type="presOf" srcId="{6611753F-5EE5-4DE1-82CE-1AF1CA458344}" destId="{98CD6C8E-F081-4FBE-B8CD-16A71CBA3AF8}" srcOrd="0" destOrd="0" presId="urn:microsoft.com/office/officeart/2009/3/layout/DescendingProcess"/>
    <dgm:cxn modelId="{B7392E3F-942D-4DA6-8B18-09F53E136BA1}" srcId="{15A24BD4-AD87-4C05-8FF4-27F5AF848858}" destId="{8B51D7C5-1149-4796-9845-54B20A37FDFF}" srcOrd="0" destOrd="0" parTransId="{669E4078-0A13-49B0-90E1-4A5A17D439CE}" sibTransId="{BE3374AB-CD68-4C5A-A373-A5364C3D1FCA}"/>
    <dgm:cxn modelId="{AFA0CAF4-6744-4D94-B8F2-54BC48BF4EC8}" srcId="{15A24BD4-AD87-4C05-8FF4-27F5AF848858}" destId="{2F158906-AC3B-48B3-8D1E-D79A5D84E230}" srcOrd="1" destOrd="0" parTransId="{CE0502FA-8C99-4C54-ACAE-9A92E5EBFEB6}" sibTransId="{8B3284D2-5B2E-4FAD-8F4C-58AB094F120D}"/>
    <dgm:cxn modelId="{D596F7A5-B149-44E9-B5A6-B992827220DD}" type="presOf" srcId="{15A24BD4-AD87-4C05-8FF4-27F5AF848858}" destId="{D98AE00A-CEE2-4C62-BFC2-A2D4135FF329}" srcOrd="0" destOrd="0" presId="urn:microsoft.com/office/officeart/2009/3/layout/DescendingProcess"/>
    <dgm:cxn modelId="{86F5D448-0580-47BE-AC59-0CB5C931EA6F}" type="presOf" srcId="{3B409D9E-F3F7-4C64-8EDC-28079E1C4CF5}" destId="{D5F37307-50DE-4E43-9915-4D7158AA3CB7}" srcOrd="0" destOrd="0" presId="urn:microsoft.com/office/officeart/2009/3/layout/DescendingProcess"/>
    <dgm:cxn modelId="{9EECF571-BC5F-4066-B3A6-35DA89062060}" srcId="{15A24BD4-AD87-4C05-8FF4-27F5AF848858}" destId="{5C723662-03C8-42B8-90E5-FC418E51C8EF}" srcOrd="2" destOrd="0" parTransId="{72513BC9-568D-4823-B32F-9E56B6FCBD5A}" sibTransId="{DF00EE81-8AB7-4385-B4CA-77B83BD5CD1C}"/>
    <dgm:cxn modelId="{40903754-07F4-4307-9762-4BAEA3FACCD4}" type="presOf" srcId="{BF66F0BE-9D66-4C2F-8556-C16D705CEA0C}" destId="{67292283-26ED-409B-A3F5-91FFA2DF5C38}" srcOrd="0" destOrd="0" presId="urn:microsoft.com/office/officeart/2009/3/layout/DescendingProcess"/>
    <dgm:cxn modelId="{434F1CBD-1B7E-4CC3-A533-6E2BE1EBE595}" srcId="{15A24BD4-AD87-4C05-8FF4-27F5AF848858}" destId="{BF66F0BE-9D66-4C2F-8556-C16D705CEA0C}" srcOrd="4" destOrd="0" parTransId="{E0023392-B0EA-4648-8C4D-5030D04411F7}" sibTransId="{C999CF7A-AA88-4FCD-8F64-2DA3AE4AF95F}"/>
    <dgm:cxn modelId="{286415CC-A283-45A5-84C0-F51DEF8A68B9}" type="presParOf" srcId="{D98AE00A-CEE2-4C62-BFC2-A2D4135FF329}" destId="{67DBBA05-20F7-4208-9A60-7A393347229F}" srcOrd="0" destOrd="0" presId="urn:microsoft.com/office/officeart/2009/3/layout/DescendingProcess"/>
    <dgm:cxn modelId="{7B0CE3FE-6197-4E44-A52C-5B3F1E8686EA}" type="presParOf" srcId="{D98AE00A-CEE2-4C62-BFC2-A2D4135FF329}" destId="{75EA748F-81FD-481A-BB30-57B9E2C77150}" srcOrd="1" destOrd="0" presId="urn:microsoft.com/office/officeart/2009/3/layout/DescendingProcess"/>
    <dgm:cxn modelId="{876B5C17-D721-441C-91C5-980D62D46192}" type="presParOf" srcId="{D98AE00A-CEE2-4C62-BFC2-A2D4135FF329}" destId="{87B67395-58E3-4367-A2D8-F807F835B89B}" srcOrd="2" destOrd="0" presId="urn:microsoft.com/office/officeart/2009/3/layout/DescendingProcess"/>
    <dgm:cxn modelId="{04281BB1-F957-4DA5-AE38-20AFE1E924FB}" type="presParOf" srcId="{D98AE00A-CEE2-4C62-BFC2-A2D4135FF329}" destId="{4827C6A1-7621-4181-9573-DB41106EE068}" srcOrd="3" destOrd="0" presId="urn:microsoft.com/office/officeart/2009/3/layout/DescendingProcess"/>
    <dgm:cxn modelId="{DD7C4DA5-4A65-4634-B8F8-BEE6C4D847EA}" type="presParOf" srcId="{4827C6A1-7621-4181-9573-DB41106EE068}" destId="{929BBA47-A389-4DD9-A75A-18B1D06C6006}" srcOrd="0" destOrd="0" presId="urn:microsoft.com/office/officeart/2009/3/layout/DescendingProcess"/>
    <dgm:cxn modelId="{337C871F-F26C-4CB0-A7D3-375688784577}" type="presParOf" srcId="{D98AE00A-CEE2-4C62-BFC2-A2D4135FF329}" destId="{B83FEF64-A1DE-4D34-BCDB-BF7995F90545}" srcOrd="4" destOrd="0" presId="urn:microsoft.com/office/officeart/2009/3/layout/DescendingProcess"/>
    <dgm:cxn modelId="{FAA9A4A3-214B-46CC-9EC0-F964F38F2913}" type="presParOf" srcId="{D98AE00A-CEE2-4C62-BFC2-A2D4135FF329}" destId="{DE5044EC-912A-4D96-9D20-583E947F207C}" srcOrd="5" destOrd="0" presId="urn:microsoft.com/office/officeart/2009/3/layout/DescendingProcess"/>
    <dgm:cxn modelId="{048CD805-0E98-442C-9E6F-FD92339BE18B}" type="presParOf" srcId="{DE5044EC-912A-4D96-9D20-583E947F207C}" destId="{914F2AC9-EA12-41F2-A430-DD405F44EADE}" srcOrd="0" destOrd="0" presId="urn:microsoft.com/office/officeart/2009/3/layout/DescendingProcess"/>
    <dgm:cxn modelId="{7F0A329B-3651-4240-B465-351A30A17631}" type="presParOf" srcId="{D98AE00A-CEE2-4C62-BFC2-A2D4135FF329}" destId="{D5F37307-50DE-4E43-9915-4D7158AA3CB7}" srcOrd="6" destOrd="0" presId="urn:microsoft.com/office/officeart/2009/3/layout/DescendingProcess"/>
    <dgm:cxn modelId="{3D726E5E-66A1-4567-811B-F10D5C3B431B}" type="presParOf" srcId="{D98AE00A-CEE2-4C62-BFC2-A2D4135FF329}" destId="{4D8B050B-281E-4542-AAA1-5967C694E15A}" srcOrd="7" destOrd="0" presId="urn:microsoft.com/office/officeart/2009/3/layout/DescendingProcess"/>
    <dgm:cxn modelId="{8F786836-0217-4040-AD68-71D8F5FF7C64}" type="presParOf" srcId="{4D8B050B-281E-4542-AAA1-5967C694E15A}" destId="{98CD6C8E-F081-4FBE-B8CD-16A71CBA3AF8}" srcOrd="0" destOrd="0" presId="urn:microsoft.com/office/officeart/2009/3/layout/DescendingProcess"/>
    <dgm:cxn modelId="{CADE8D4C-A0B8-4E86-9697-AF0B99315375}" type="presParOf" srcId="{D98AE00A-CEE2-4C62-BFC2-A2D4135FF329}" destId="{67292283-26ED-409B-A3F5-91FFA2DF5C38}" srcOrd="8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7015F0-A05D-4369-9AE4-CEA8E2B42128}" type="doc">
      <dgm:prSet loTypeId="urn:microsoft.com/office/officeart/2008/layout/LinedList" loCatId="list" qsTypeId="urn:microsoft.com/office/officeart/2005/8/quickstyle/3d1" qsCatId="3D" csTypeId="urn:microsoft.com/office/officeart/2005/8/colors/accent2_5" csCatId="accent2"/>
      <dgm:spPr/>
      <dgm:t>
        <a:bodyPr/>
        <a:lstStyle/>
        <a:p>
          <a:endParaRPr lang="en-IN"/>
        </a:p>
      </dgm:t>
    </dgm:pt>
    <dgm:pt modelId="{9552F30C-83CA-44CC-89AA-B668138384E1}">
      <dgm:prSet custT="1"/>
      <dgm:spPr/>
      <dgm:t>
        <a:bodyPr/>
        <a:lstStyle/>
        <a:p>
          <a:pPr rtl="0"/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Secure Admin Login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B24D5C-B3F8-455A-B35D-BEDFF7B1C29C}" type="parTrans" cxnId="{CAC97802-3D89-47FB-89BD-5C36265D5B2E}">
      <dgm:prSet/>
      <dgm:spPr/>
      <dgm:t>
        <a:bodyPr/>
        <a:lstStyle/>
        <a:p>
          <a:endParaRPr lang="en-IN"/>
        </a:p>
      </dgm:t>
    </dgm:pt>
    <dgm:pt modelId="{E99B9A6E-3495-48EA-A559-5C89D1DDB8EA}" type="sibTrans" cxnId="{CAC97802-3D89-47FB-89BD-5C36265D5B2E}">
      <dgm:prSet/>
      <dgm:spPr/>
      <dgm:t>
        <a:bodyPr/>
        <a:lstStyle/>
        <a:p>
          <a:endParaRPr lang="en-IN"/>
        </a:p>
      </dgm:t>
    </dgm:pt>
    <dgm:pt modelId="{913C38F2-8F22-4047-A71A-01B5E93704C9}">
      <dgm:prSet custT="1"/>
      <dgm:spPr/>
      <dgm:t>
        <a:bodyPr/>
        <a:lstStyle/>
        <a:p>
          <a:pPr rtl="0"/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Dashboard Summary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D5D2B5-2029-450B-A83A-60D1571DEA5B}" type="parTrans" cxnId="{BEE0270F-6781-494D-B722-816C3B3F76C0}">
      <dgm:prSet/>
      <dgm:spPr/>
      <dgm:t>
        <a:bodyPr/>
        <a:lstStyle/>
        <a:p>
          <a:endParaRPr lang="en-IN"/>
        </a:p>
      </dgm:t>
    </dgm:pt>
    <dgm:pt modelId="{BF8F4FFB-9D49-4DD6-B8E5-BB5E3E356B97}" type="sibTrans" cxnId="{BEE0270F-6781-494D-B722-816C3B3F76C0}">
      <dgm:prSet/>
      <dgm:spPr/>
      <dgm:t>
        <a:bodyPr/>
        <a:lstStyle/>
        <a:p>
          <a:endParaRPr lang="en-IN"/>
        </a:p>
      </dgm:t>
    </dgm:pt>
    <dgm:pt modelId="{A3C27485-AD6C-4DC4-9D54-F8650E05056F}">
      <dgm:prSet custT="1"/>
      <dgm:spPr/>
      <dgm:t>
        <a:bodyPr/>
        <a:lstStyle/>
        <a:p>
          <a:pPr rtl="0"/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Total Users Count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94F291-4F7E-4D8A-99B4-1916B0EB4A19}" type="parTrans" cxnId="{5B15C524-7D33-4E1F-98AE-83B7915C0721}">
      <dgm:prSet/>
      <dgm:spPr/>
      <dgm:t>
        <a:bodyPr/>
        <a:lstStyle/>
        <a:p>
          <a:endParaRPr lang="en-IN"/>
        </a:p>
      </dgm:t>
    </dgm:pt>
    <dgm:pt modelId="{397AB496-93A8-4CF3-BDFA-6A6A322DE685}" type="sibTrans" cxnId="{5B15C524-7D33-4E1F-98AE-83B7915C0721}">
      <dgm:prSet/>
      <dgm:spPr/>
      <dgm:t>
        <a:bodyPr/>
        <a:lstStyle/>
        <a:p>
          <a:endParaRPr lang="en-IN"/>
        </a:p>
      </dgm:t>
    </dgm:pt>
    <dgm:pt modelId="{C939DF35-53EE-4108-B1F7-5DC796AB5898}">
      <dgm:prSet custT="1"/>
      <dgm:spPr/>
      <dgm:t>
        <a:bodyPr/>
        <a:lstStyle/>
        <a:p>
          <a:pPr rtl="0"/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Total Messages Count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47C684-974A-44E4-A26D-7F760758FC14}" type="parTrans" cxnId="{4400A0E8-6D0F-4BAC-BFBC-971E162DB510}">
      <dgm:prSet/>
      <dgm:spPr/>
      <dgm:t>
        <a:bodyPr/>
        <a:lstStyle/>
        <a:p>
          <a:endParaRPr lang="en-IN"/>
        </a:p>
      </dgm:t>
    </dgm:pt>
    <dgm:pt modelId="{53DB2663-FC07-4D22-8ABF-EB2917025F9F}" type="sibTrans" cxnId="{4400A0E8-6D0F-4BAC-BFBC-971E162DB510}">
      <dgm:prSet/>
      <dgm:spPr/>
      <dgm:t>
        <a:bodyPr/>
        <a:lstStyle/>
        <a:p>
          <a:endParaRPr lang="en-IN"/>
        </a:p>
      </dgm:t>
    </dgm:pt>
    <dgm:pt modelId="{6D8296B5-F722-40F6-A04D-D13C4E1E4FB1}">
      <dgm:prSet custT="1"/>
      <dgm:spPr/>
      <dgm:t>
        <a:bodyPr/>
        <a:lstStyle/>
        <a:p>
          <a:pPr rtl="0"/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Blocked Users Count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37ADE2-3E63-4B8E-9158-84FDCCD777CA}" type="parTrans" cxnId="{A0DD76BF-209F-4A8B-8B55-F32F410A553F}">
      <dgm:prSet/>
      <dgm:spPr/>
      <dgm:t>
        <a:bodyPr/>
        <a:lstStyle/>
        <a:p>
          <a:endParaRPr lang="en-IN"/>
        </a:p>
      </dgm:t>
    </dgm:pt>
    <dgm:pt modelId="{CE198183-D318-40F1-BEB5-FFBF9CD48A4D}" type="sibTrans" cxnId="{A0DD76BF-209F-4A8B-8B55-F32F410A553F}">
      <dgm:prSet/>
      <dgm:spPr/>
      <dgm:t>
        <a:bodyPr/>
        <a:lstStyle/>
        <a:p>
          <a:endParaRPr lang="en-IN"/>
        </a:p>
      </dgm:t>
    </dgm:pt>
    <dgm:pt modelId="{04732014-7E86-4F1A-8659-A228CA324601}">
      <dgm:prSet custT="1"/>
      <dgm:spPr/>
      <dgm:t>
        <a:bodyPr/>
        <a:lstStyle/>
        <a:p>
          <a:pPr rtl="0"/>
          <a:r>
            <a:rPr lang="en-US" sz="2100" dirty="0" smtClean="0"/>
            <a:t>• </a:t>
          </a:r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Recent Messages Monitoring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F2CC6C-228E-49C1-8B0A-A60CE48B83DA}" type="parTrans" cxnId="{1C10AA40-7434-4B1B-80E3-B49813DBC415}">
      <dgm:prSet/>
      <dgm:spPr/>
      <dgm:t>
        <a:bodyPr/>
        <a:lstStyle/>
        <a:p>
          <a:endParaRPr lang="en-IN"/>
        </a:p>
      </dgm:t>
    </dgm:pt>
    <dgm:pt modelId="{2A7A4481-0216-4FDE-A275-E7D42217957F}" type="sibTrans" cxnId="{1C10AA40-7434-4B1B-80E3-B49813DBC415}">
      <dgm:prSet/>
      <dgm:spPr/>
      <dgm:t>
        <a:bodyPr/>
        <a:lstStyle/>
        <a:p>
          <a:endParaRPr lang="en-IN"/>
        </a:p>
      </dgm:t>
    </dgm:pt>
    <dgm:pt modelId="{D58DD449-17CF-4D68-BBBD-491546C18066}">
      <dgm:prSet custT="1"/>
      <dgm:spPr/>
      <dgm:t>
        <a:bodyPr/>
        <a:lstStyle/>
        <a:p>
          <a:pPr rtl="0"/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Download Users CSV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FAAD8E-1650-46C4-955D-1B0D289D3F80}" type="parTrans" cxnId="{3EDD94DC-8E51-411C-8A54-B04540213A51}">
      <dgm:prSet/>
      <dgm:spPr/>
      <dgm:t>
        <a:bodyPr/>
        <a:lstStyle/>
        <a:p>
          <a:endParaRPr lang="en-IN"/>
        </a:p>
      </dgm:t>
    </dgm:pt>
    <dgm:pt modelId="{11C6B044-57B8-4E23-8FAC-393439C74A45}" type="sibTrans" cxnId="{3EDD94DC-8E51-411C-8A54-B04540213A51}">
      <dgm:prSet/>
      <dgm:spPr/>
      <dgm:t>
        <a:bodyPr/>
        <a:lstStyle/>
        <a:p>
          <a:endParaRPr lang="en-IN"/>
        </a:p>
      </dgm:t>
    </dgm:pt>
    <dgm:pt modelId="{F1A7A3FB-0164-40F4-B299-537909F59AB8}">
      <dgm:prSet custT="1"/>
      <dgm:spPr/>
      <dgm:t>
        <a:bodyPr/>
        <a:lstStyle/>
        <a:p>
          <a:pPr rtl="0"/>
          <a:r>
            <a:rPr lang="en-US" sz="2100" dirty="0" smtClean="0"/>
            <a:t>• </a:t>
          </a:r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Download Messages CSV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CB0A4B-7C94-4E70-A659-053511FA3135}" type="parTrans" cxnId="{E7517F01-6BDB-4FC9-A210-BF961845D1D8}">
      <dgm:prSet/>
      <dgm:spPr/>
      <dgm:t>
        <a:bodyPr/>
        <a:lstStyle/>
        <a:p>
          <a:endParaRPr lang="en-IN"/>
        </a:p>
      </dgm:t>
    </dgm:pt>
    <dgm:pt modelId="{2B32F17C-107E-45E2-9CA0-64584E110496}" type="sibTrans" cxnId="{E7517F01-6BDB-4FC9-A210-BF961845D1D8}">
      <dgm:prSet/>
      <dgm:spPr/>
      <dgm:t>
        <a:bodyPr/>
        <a:lstStyle/>
        <a:p>
          <a:endParaRPr lang="en-IN"/>
        </a:p>
      </dgm:t>
    </dgm:pt>
    <dgm:pt modelId="{1D214264-1839-429C-B5E1-654FF7A85B5C}" type="pres">
      <dgm:prSet presAssocID="{877015F0-A05D-4369-9AE4-CEA8E2B42128}" presName="vert0" presStyleCnt="0">
        <dgm:presLayoutVars>
          <dgm:dir/>
          <dgm:animOne val="branch"/>
          <dgm:animLvl val="lvl"/>
        </dgm:presLayoutVars>
      </dgm:prSet>
      <dgm:spPr/>
    </dgm:pt>
    <dgm:pt modelId="{91EF0EE4-B3B4-4BEC-B86F-8A3B96D0E8AF}" type="pres">
      <dgm:prSet presAssocID="{9552F30C-83CA-44CC-89AA-B668138384E1}" presName="thickLine" presStyleLbl="alignNode1" presStyleIdx="0" presStyleCnt="8"/>
      <dgm:spPr/>
    </dgm:pt>
    <dgm:pt modelId="{5EE96BC1-2D9D-4E51-BD13-6DC3549A03E4}" type="pres">
      <dgm:prSet presAssocID="{9552F30C-83CA-44CC-89AA-B668138384E1}" presName="horz1" presStyleCnt="0"/>
      <dgm:spPr/>
    </dgm:pt>
    <dgm:pt modelId="{352E0F4E-6B95-4609-BB6E-72208A588EA1}" type="pres">
      <dgm:prSet presAssocID="{9552F30C-83CA-44CC-89AA-B668138384E1}" presName="tx1" presStyleLbl="revTx" presStyleIdx="0" presStyleCnt="8"/>
      <dgm:spPr/>
    </dgm:pt>
    <dgm:pt modelId="{497C1539-2FF0-477E-8949-B644339F0751}" type="pres">
      <dgm:prSet presAssocID="{9552F30C-83CA-44CC-89AA-B668138384E1}" presName="vert1" presStyleCnt="0"/>
      <dgm:spPr/>
    </dgm:pt>
    <dgm:pt modelId="{AD38603B-3C7E-4D01-AB4D-F5CC4757BC84}" type="pres">
      <dgm:prSet presAssocID="{913C38F2-8F22-4047-A71A-01B5E93704C9}" presName="thickLine" presStyleLbl="alignNode1" presStyleIdx="1" presStyleCnt="8"/>
      <dgm:spPr/>
    </dgm:pt>
    <dgm:pt modelId="{8109E793-76C0-4236-BD73-4439FF65923E}" type="pres">
      <dgm:prSet presAssocID="{913C38F2-8F22-4047-A71A-01B5E93704C9}" presName="horz1" presStyleCnt="0"/>
      <dgm:spPr/>
    </dgm:pt>
    <dgm:pt modelId="{711BC29A-AD83-4CE1-94C9-F81EA7C92EDD}" type="pres">
      <dgm:prSet presAssocID="{913C38F2-8F22-4047-A71A-01B5E93704C9}" presName="tx1" presStyleLbl="revTx" presStyleIdx="1" presStyleCnt="8"/>
      <dgm:spPr/>
    </dgm:pt>
    <dgm:pt modelId="{260993D1-D58D-4AED-9185-9D9FF8B8CA6C}" type="pres">
      <dgm:prSet presAssocID="{913C38F2-8F22-4047-A71A-01B5E93704C9}" presName="vert1" presStyleCnt="0"/>
      <dgm:spPr/>
    </dgm:pt>
    <dgm:pt modelId="{B09B8570-9DD9-47EE-ADAD-12C016723926}" type="pres">
      <dgm:prSet presAssocID="{A3C27485-AD6C-4DC4-9D54-F8650E05056F}" presName="thickLine" presStyleLbl="alignNode1" presStyleIdx="2" presStyleCnt="8"/>
      <dgm:spPr/>
    </dgm:pt>
    <dgm:pt modelId="{293D055A-804B-4F0E-88CB-34BF4CD466CA}" type="pres">
      <dgm:prSet presAssocID="{A3C27485-AD6C-4DC4-9D54-F8650E05056F}" presName="horz1" presStyleCnt="0"/>
      <dgm:spPr/>
    </dgm:pt>
    <dgm:pt modelId="{1C7A5D78-6C6D-4C70-A071-61B570E43D34}" type="pres">
      <dgm:prSet presAssocID="{A3C27485-AD6C-4DC4-9D54-F8650E05056F}" presName="tx1" presStyleLbl="revTx" presStyleIdx="2" presStyleCnt="8"/>
      <dgm:spPr/>
    </dgm:pt>
    <dgm:pt modelId="{D5EB18CA-1C57-44BB-8056-4F3CE1D351A6}" type="pres">
      <dgm:prSet presAssocID="{A3C27485-AD6C-4DC4-9D54-F8650E05056F}" presName="vert1" presStyleCnt="0"/>
      <dgm:spPr/>
    </dgm:pt>
    <dgm:pt modelId="{08536970-EB29-4BE8-8C8C-1C5EB34409EF}" type="pres">
      <dgm:prSet presAssocID="{C939DF35-53EE-4108-B1F7-5DC796AB5898}" presName="thickLine" presStyleLbl="alignNode1" presStyleIdx="3" presStyleCnt="8"/>
      <dgm:spPr/>
    </dgm:pt>
    <dgm:pt modelId="{2156E73F-9207-40DC-854A-04C2C4A43405}" type="pres">
      <dgm:prSet presAssocID="{C939DF35-53EE-4108-B1F7-5DC796AB5898}" presName="horz1" presStyleCnt="0"/>
      <dgm:spPr/>
    </dgm:pt>
    <dgm:pt modelId="{EB2A9096-5C81-4BDC-814F-F9E314609092}" type="pres">
      <dgm:prSet presAssocID="{C939DF35-53EE-4108-B1F7-5DC796AB5898}" presName="tx1" presStyleLbl="revTx" presStyleIdx="3" presStyleCnt="8"/>
      <dgm:spPr/>
    </dgm:pt>
    <dgm:pt modelId="{B4EFD645-B36B-4C0F-A292-1144652E2AE8}" type="pres">
      <dgm:prSet presAssocID="{C939DF35-53EE-4108-B1F7-5DC796AB5898}" presName="vert1" presStyleCnt="0"/>
      <dgm:spPr/>
    </dgm:pt>
    <dgm:pt modelId="{E063C7A2-D5FE-4AE0-B71C-8D2D88D02C88}" type="pres">
      <dgm:prSet presAssocID="{6D8296B5-F722-40F6-A04D-D13C4E1E4FB1}" presName="thickLine" presStyleLbl="alignNode1" presStyleIdx="4" presStyleCnt="8"/>
      <dgm:spPr/>
    </dgm:pt>
    <dgm:pt modelId="{E4195C3C-0B5A-4325-A7E8-6474C2CC05E5}" type="pres">
      <dgm:prSet presAssocID="{6D8296B5-F722-40F6-A04D-D13C4E1E4FB1}" presName="horz1" presStyleCnt="0"/>
      <dgm:spPr/>
    </dgm:pt>
    <dgm:pt modelId="{C8F3FCA2-8205-4A7A-A137-1E2ED3F7DD4E}" type="pres">
      <dgm:prSet presAssocID="{6D8296B5-F722-40F6-A04D-D13C4E1E4FB1}" presName="tx1" presStyleLbl="revTx" presStyleIdx="4" presStyleCnt="8"/>
      <dgm:spPr/>
    </dgm:pt>
    <dgm:pt modelId="{7F3D3696-B491-4BDB-AD21-D376E26A8ED4}" type="pres">
      <dgm:prSet presAssocID="{6D8296B5-F722-40F6-A04D-D13C4E1E4FB1}" presName="vert1" presStyleCnt="0"/>
      <dgm:spPr/>
    </dgm:pt>
    <dgm:pt modelId="{909AE1C6-C646-46EB-A4EB-47FC1816A23A}" type="pres">
      <dgm:prSet presAssocID="{04732014-7E86-4F1A-8659-A228CA324601}" presName="thickLine" presStyleLbl="alignNode1" presStyleIdx="5" presStyleCnt="8"/>
      <dgm:spPr/>
    </dgm:pt>
    <dgm:pt modelId="{0A12888F-4401-4E88-95E2-DE8D5FCEBDED}" type="pres">
      <dgm:prSet presAssocID="{04732014-7E86-4F1A-8659-A228CA324601}" presName="horz1" presStyleCnt="0"/>
      <dgm:spPr/>
    </dgm:pt>
    <dgm:pt modelId="{E0041D7C-B05F-44C7-865C-D368DA7FF8E2}" type="pres">
      <dgm:prSet presAssocID="{04732014-7E86-4F1A-8659-A228CA324601}" presName="tx1" presStyleLbl="revTx" presStyleIdx="5" presStyleCnt="8"/>
      <dgm:spPr/>
    </dgm:pt>
    <dgm:pt modelId="{A7119A5B-0ECE-49E3-A46B-968F13B53AD3}" type="pres">
      <dgm:prSet presAssocID="{04732014-7E86-4F1A-8659-A228CA324601}" presName="vert1" presStyleCnt="0"/>
      <dgm:spPr/>
    </dgm:pt>
    <dgm:pt modelId="{6F249B4A-5CB8-498B-870D-FBFDC1548E5C}" type="pres">
      <dgm:prSet presAssocID="{D58DD449-17CF-4D68-BBBD-491546C18066}" presName="thickLine" presStyleLbl="alignNode1" presStyleIdx="6" presStyleCnt="8"/>
      <dgm:spPr/>
    </dgm:pt>
    <dgm:pt modelId="{C170BB4F-FD6C-4E57-AD64-FB10CE221110}" type="pres">
      <dgm:prSet presAssocID="{D58DD449-17CF-4D68-BBBD-491546C18066}" presName="horz1" presStyleCnt="0"/>
      <dgm:spPr/>
    </dgm:pt>
    <dgm:pt modelId="{0B3A64C4-831D-463C-8A3D-47430D51AF8D}" type="pres">
      <dgm:prSet presAssocID="{D58DD449-17CF-4D68-BBBD-491546C18066}" presName="tx1" presStyleLbl="revTx" presStyleIdx="6" presStyleCnt="8"/>
      <dgm:spPr/>
    </dgm:pt>
    <dgm:pt modelId="{B9198856-8118-487C-949D-EE3F7DE853F7}" type="pres">
      <dgm:prSet presAssocID="{D58DD449-17CF-4D68-BBBD-491546C18066}" presName="vert1" presStyleCnt="0"/>
      <dgm:spPr/>
    </dgm:pt>
    <dgm:pt modelId="{D8B93F51-99C9-4734-8ACB-E1AED78C1383}" type="pres">
      <dgm:prSet presAssocID="{F1A7A3FB-0164-40F4-B299-537909F59AB8}" presName="thickLine" presStyleLbl="alignNode1" presStyleIdx="7" presStyleCnt="8"/>
      <dgm:spPr/>
    </dgm:pt>
    <dgm:pt modelId="{5A6E17C9-D7D7-49DF-8244-C7C5DB3EF660}" type="pres">
      <dgm:prSet presAssocID="{F1A7A3FB-0164-40F4-B299-537909F59AB8}" presName="horz1" presStyleCnt="0"/>
      <dgm:spPr/>
    </dgm:pt>
    <dgm:pt modelId="{8C78D942-E60D-4EBE-AC9D-AA876DE8E8C7}" type="pres">
      <dgm:prSet presAssocID="{F1A7A3FB-0164-40F4-B299-537909F59AB8}" presName="tx1" presStyleLbl="revTx" presStyleIdx="7" presStyleCnt="8"/>
      <dgm:spPr/>
    </dgm:pt>
    <dgm:pt modelId="{08495A66-A23F-4C0C-BC4D-ABAA8E011990}" type="pres">
      <dgm:prSet presAssocID="{F1A7A3FB-0164-40F4-B299-537909F59AB8}" presName="vert1" presStyleCnt="0"/>
      <dgm:spPr/>
    </dgm:pt>
  </dgm:ptLst>
  <dgm:cxnLst>
    <dgm:cxn modelId="{BB6AE233-108B-482E-AD13-A1174B092077}" type="presOf" srcId="{877015F0-A05D-4369-9AE4-CEA8E2B42128}" destId="{1D214264-1839-429C-B5E1-654FF7A85B5C}" srcOrd="0" destOrd="0" presId="urn:microsoft.com/office/officeart/2008/layout/LinedList"/>
    <dgm:cxn modelId="{BA73AEE7-EA9D-4B0E-A33E-CDAC6970B824}" type="presOf" srcId="{6D8296B5-F722-40F6-A04D-D13C4E1E4FB1}" destId="{C8F3FCA2-8205-4A7A-A137-1E2ED3F7DD4E}" srcOrd="0" destOrd="0" presId="urn:microsoft.com/office/officeart/2008/layout/LinedList"/>
    <dgm:cxn modelId="{330C9CF2-0F81-493D-8C09-C8A9BDD5A8C9}" type="presOf" srcId="{D58DD449-17CF-4D68-BBBD-491546C18066}" destId="{0B3A64C4-831D-463C-8A3D-47430D51AF8D}" srcOrd="0" destOrd="0" presId="urn:microsoft.com/office/officeart/2008/layout/LinedList"/>
    <dgm:cxn modelId="{A0DD76BF-209F-4A8B-8B55-F32F410A553F}" srcId="{877015F0-A05D-4369-9AE4-CEA8E2B42128}" destId="{6D8296B5-F722-40F6-A04D-D13C4E1E4FB1}" srcOrd="4" destOrd="0" parTransId="{3637ADE2-3E63-4B8E-9158-84FDCCD777CA}" sibTransId="{CE198183-D318-40F1-BEB5-FFBF9CD48A4D}"/>
    <dgm:cxn modelId="{BEE0270F-6781-494D-B722-816C3B3F76C0}" srcId="{877015F0-A05D-4369-9AE4-CEA8E2B42128}" destId="{913C38F2-8F22-4047-A71A-01B5E93704C9}" srcOrd="1" destOrd="0" parTransId="{4CD5D2B5-2029-450B-A83A-60D1571DEA5B}" sibTransId="{BF8F4FFB-9D49-4DD6-B8E5-BB5E3E356B97}"/>
    <dgm:cxn modelId="{CAC97802-3D89-47FB-89BD-5C36265D5B2E}" srcId="{877015F0-A05D-4369-9AE4-CEA8E2B42128}" destId="{9552F30C-83CA-44CC-89AA-B668138384E1}" srcOrd="0" destOrd="0" parTransId="{F0B24D5C-B3F8-455A-B35D-BEDFF7B1C29C}" sibTransId="{E99B9A6E-3495-48EA-A559-5C89D1DDB8EA}"/>
    <dgm:cxn modelId="{4BDCCA2D-6175-44DB-B370-79C6EAF35C9A}" type="presOf" srcId="{04732014-7E86-4F1A-8659-A228CA324601}" destId="{E0041D7C-B05F-44C7-865C-D368DA7FF8E2}" srcOrd="0" destOrd="0" presId="urn:microsoft.com/office/officeart/2008/layout/LinedList"/>
    <dgm:cxn modelId="{1C10AA40-7434-4B1B-80E3-B49813DBC415}" srcId="{877015F0-A05D-4369-9AE4-CEA8E2B42128}" destId="{04732014-7E86-4F1A-8659-A228CA324601}" srcOrd="5" destOrd="0" parTransId="{0EF2CC6C-228E-49C1-8B0A-A60CE48B83DA}" sibTransId="{2A7A4481-0216-4FDE-A275-E7D42217957F}"/>
    <dgm:cxn modelId="{C9DA371C-CE3A-40A3-946D-196ED8324623}" type="presOf" srcId="{A3C27485-AD6C-4DC4-9D54-F8650E05056F}" destId="{1C7A5D78-6C6D-4C70-A071-61B570E43D34}" srcOrd="0" destOrd="0" presId="urn:microsoft.com/office/officeart/2008/layout/LinedList"/>
    <dgm:cxn modelId="{256294BC-B015-4698-9247-522E482374B4}" type="presOf" srcId="{F1A7A3FB-0164-40F4-B299-537909F59AB8}" destId="{8C78D942-E60D-4EBE-AC9D-AA876DE8E8C7}" srcOrd="0" destOrd="0" presId="urn:microsoft.com/office/officeart/2008/layout/LinedList"/>
    <dgm:cxn modelId="{3EDD94DC-8E51-411C-8A54-B04540213A51}" srcId="{877015F0-A05D-4369-9AE4-CEA8E2B42128}" destId="{D58DD449-17CF-4D68-BBBD-491546C18066}" srcOrd="6" destOrd="0" parTransId="{D1FAAD8E-1650-46C4-955D-1B0D289D3F80}" sibTransId="{11C6B044-57B8-4E23-8FAC-393439C74A45}"/>
    <dgm:cxn modelId="{4400A0E8-6D0F-4BAC-BFBC-971E162DB510}" srcId="{877015F0-A05D-4369-9AE4-CEA8E2B42128}" destId="{C939DF35-53EE-4108-B1F7-5DC796AB5898}" srcOrd="3" destOrd="0" parTransId="{AF47C684-974A-44E4-A26D-7F760758FC14}" sibTransId="{53DB2663-FC07-4D22-8ABF-EB2917025F9F}"/>
    <dgm:cxn modelId="{E7517F01-6BDB-4FC9-A210-BF961845D1D8}" srcId="{877015F0-A05D-4369-9AE4-CEA8E2B42128}" destId="{F1A7A3FB-0164-40F4-B299-537909F59AB8}" srcOrd="7" destOrd="0" parTransId="{81CB0A4B-7C94-4E70-A659-053511FA3135}" sibTransId="{2B32F17C-107E-45E2-9CA0-64584E110496}"/>
    <dgm:cxn modelId="{E88AE36F-5369-4E54-84B8-D294600AC371}" type="presOf" srcId="{9552F30C-83CA-44CC-89AA-B668138384E1}" destId="{352E0F4E-6B95-4609-BB6E-72208A588EA1}" srcOrd="0" destOrd="0" presId="urn:microsoft.com/office/officeart/2008/layout/LinedList"/>
    <dgm:cxn modelId="{5B15C524-7D33-4E1F-98AE-83B7915C0721}" srcId="{877015F0-A05D-4369-9AE4-CEA8E2B42128}" destId="{A3C27485-AD6C-4DC4-9D54-F8650E05056F}" srcOrd="2" destOrd="0" parTransId="{6994F291-4F7E-4D8A-99B4-1916B0EB4A19}" sibTransId="{397AB496-93A8-4CF3-BDFA-6A6A322DE685}"/>
    <dgm:cxn modelId="{1F38AAB1-46C3-49F4-9001-1E780DF9CF0E}" type="presOf" srcId="{913C38F2-8F22-4047-A71A-01B5E93704C9}" destId="{711BC29A-AD83-4CE1-94C9-F81EA7C92EDD}" srcOrd="0" destOrd="0" presId="urn:microsoft.com/office/officeart/2008/layout/LinedList"/>
    <dgm:cxn modelId="{76981F14-1CE7-439B-89A8-33E5FBB73E67}" type="presOf" srcId="{C939DF35-53EE-4108-B1F7-5DC796AB5898}" destId="{EB2A9096-5C81-4BDC-814F-F9E314609092}" srcOrd="0" destOrd="0" presId="urn:microsoft.com/office/officeart/2008/layout/LinedList"/>
    <dgm:cxn modelId="{061CABC5-704C-4D77-B469-6DECBA8314C9}" type="presParOf" srcId="{1D214264-1839-429C-B5E1-654FF7A85B5C}" destId="{91EF0EE4-B3B4-4BEC-B86F-8A3B96D0E8AF}" srcOrd="0" destOrd="0" presId="urn:microsoft.com/office/officeart/2008/layout/LinedList"/>
    <dgm:cxn modelId="{EF2FAD4F-28FF-4B7E-8F27-BC6E3BA89CD5}" type="presParOf" srcId="{1D214264-1839-429C-B5E1-654FF7A85B5C}" destId="{5EE96BC1-2D9D-4E51-BD13-6DC3549A03E4}" srcOrd="1" destOrd="0" presId="urn:microsoft.com/office/officeart/2008/layout/LinedList"/>
    <dgm:cxn modelId="{8CD2BD32-F18A-4AF6-B1FD-E7EE16EE263F}" type="presParOf" srcId="{5EE96BC1-2D9D-4E51-BD13-6DC3549A03E4}" destId="{352E0F4E-6B95-4609-BB6E-72208A588EA1}" srcOrd="0" destOrd="0" presId="urn:microsoft.com/office/officeart/2008/layout/LinedList"/>
    <dgm:cxn modelId="{A459D0C8-96BD-4F67-A918-450DC6E004C4}" type="presParOf" srcId="{5EE96BC1-2D9D-4E51-BD13-6DC3549A03E4}" destId="{497C1539-2FF0-477E-8949-B644339F0751}" srcOrd="1" destOrd="0" presId="urn:microsoft.com/office/officeart/2008/layout/LinedList"/>
    <dgm:cxn modelId="{2AF34531-9EFC-435A-BEBF-A4A1291C12CE}" type="presParOf" srcId="{1D214264-1839-429C-B5E1-654FF7A85B5C}" destId="{AD38603B-3C7E-4D01-AB4D-F5CC4757BC84}" srcOrd="2" destOrd="0" presId="urn:microsoft.com/office/officeart/2008/layout/LinedList"/>
    <dgm:cxn modelId="{E4D38F3C-D23D-4DD4-BBD5-19C5433741EE}" type="presParOf" srcId="{1D214264-1839-429C-B5E1-654FF7A85B5C}" destId="{8109E793-76C0-4236-BD73-4439FF65923E}" srcOrd="3" destOrd="0" presId="urn:microsoft.com/office/officeart/2008/layout/LinedList"/>
    <dgm:cxn modelId="{9DD59E62-5391-48C8-8178-C768053B9417}" type="presParOf" srcId="{8109E793-76C0-4236-BD73-4439FF65923E}" destId="{711BC29A-AD83-4CE1-94C9-F81EA7C92EDD}" srcOrd="0" destOrd="0" presId="urn:microsoft.com/office/officeart/2008/layout/LinedList"/>
    <dgm:cxn modelId="{92502D4A-3464-4223-B9D1-9E6F8C5EB9F7}" type="presParOf" srcId="{8109E793-76C0-4236-BD73-4439FF65923E}" destId="{260993D1-D58D-4AED-9185-9D9FF8B8CA6C}" srcOrd="1" destOrd="0" presId="urn:microsoft.com/office/officeart/2008/layout/LinedList"/>
    <dgm:cxn modelId="{CD3D2BBA-5014-4DA1-989A-D7911549C2AC}" type="presParOf" srcId="{1D214264-1839-429C-B5E1-654FF7A85B5C}" destId="{B09B8570-9DD9-47EE-ADAD-12C016723926}" srcOrd="4" destOrd="0" presId="urn:microsoft.com/office/officeart/2008/layout/LinedList"/>
    <dgm:cxn modelId="{B3388F7A-1305-482B-BC88-83EE43FE00EB}" type="presParOf" srcId="{1D214264-1839-429C-B5E1-654FF7A85B5C}" destId="{293D055A-804B-4F0E-88CB-34BF4CD466CA}" srcOrd="5" destOrd="0" presId="urn:microsoft.com/office/officeart/2008/layout/LinedList"/>
    <dgm:cxn modelId="{C895E507-7A48-4E40-B4EB-7D141C810FC8}" type="presParOf" srcId="{293D055A-804B-4F0E-88CB-34BF4CD466CA}" destId="{1C7A5D78-6C6D-4C70-A071-61B570E43D34}" srcOrd="0" destOrd="0" presId="urn:microsoft.com/office/officeart/2008/layout/LinedList"/>
    <dgm:cxn modelId="{32AE20E6-A73A-4F66-BC38-FB7ED7D8053F}" type="presParOf" srcId="{293D055A-804B-4F0E-88CB-34BF4CD466CA}" destId="{D5EB18CA-1C57-44BB-8056-4F3CE1D351A6}" srcOrd="1" destOrd="0" presId="urn:microsoft.com/office/officeart/2008/layout/LinedList"/>
    <dgm:cxn modelId="{ADBC5AC9-BDF0-45D5-A62C-AFEEA3C7285B}" type="presParOf" srcId="{1D214264-1839-429C-B5E1-654FF7A85B5C}" destId="{08536970-EB29-4BE8-8C8C-1C5EB34409EF}" srcOrd="6" destOrd="0" presId="urn:microsoft.com/office/officeart/2008/layout/LinedList"/>
    <dgm:cxn modelId="{89154CCB-A6B8-4D29-B7AB-E1DB1339136F}" type="presParOf" srcId="{1D214264-1839-429C-B5E1-654FF7A85B5C}" destId="{2156E73F-9207-40DC-854A-04C2C4A43405}" srcOrd="7" destOrd="0" presId="urn:microsoft.com/office/officeart/2008/layout/LinedList"/>
    <dgm:cxn modelId="{D1450524-A751-43AA-9AB8-765631E08D94}" type="presParOf" srcId="{2156E73F-9207-40DC-854A-04C2C4A43405}" destId="{EB2A9096-5C81-4BDC-814F-F9E314609092}" srcOrd="0" destOrd="0" presId="urn:microsoft.com/office/officeart/2008/layout/LinedList"/>
    <dgm:cxn modelId="{07EBC7D0-15CB-48A1-B06A-79EA0EEB9429}" type="presParOf" srcId="{2156E73F-9207-40DC-854A-04C2C4A43405}" destId="{B4EFD645-B36B-4C0F-A292-1144652E2AE8}" srcOrd="1" destOrd="0" presId="urn:microsoft.com/office/officeart/2008/layout/LinedList"/>
    <dgm:cxn modelId="{1EF2C928-3391-4451-ACEB-81E1F5EE6E88}" type="presParOf" srcId="{1D214264-1839-429C-B5E1-654FF7A85B5C}" destId="{E063C7A2-D5FE-4AE0-B71C-8D2D88D02C88}" srcOrd="8" destOrd="0" presId="urn:microsoft.com/office/officeart/2008/layout/LinedList"/>
    <dgm:cxn modelId="{C9979790-982F-4EDE-A038-65B59AEF219D}" type="presParOf" srcId="{1D214264-1839-429C-B5E1-654FF7A85B5C}" destId="{E4195C3C-0B5A-4325-A7E8-6474C2CC05E5}" srcOrd="9" destOrd="0" presId="urn:microsoft.com/office/officeart/2008/layout/LinedList"/>
    <dgm:cxn modelId="{C0B75A9A-39D3-46D0-B3CE-262ED9328F52}" type="presParOf" srcId="{E4195C3C-0B5A-4325-A7E8-6474C2CC05E5}" destId="{C8F3FCA2-8205-4A7A-A137-1E2ED3F7DD4E}" srcOrd="0" destOrd="0" presId="urn:microsoft.com/office/officeart/2008/layout/LinedList"/>
    <dgm:cxn modelId="{3A20BB25-3412-4586-AD49-DFDDB6BC31E5}" type="presParOf" srcId="{E4195C3C-0B5A-4325-A7E8-6474C2CC05E5}" destId="{7F3D3696-B491-4BDB-AD21-D376E26A8ED4}" srcOrd="1" destOrd="0" presId="urn:microsoft.com/office/officeart/2008/layout/LinedList"/>
    <dgm:cxn modelId="{313BA143-EA94-4C95-B230-488139D68A9A}" type="presParOf" srcId="{1D214264-1839-429C-B5E1-654FF7A85B5C}" destId="{909AE1C6-C646-46EB-A4EB-47FC1816A23A}" srcOrd="10" destOrd="0" presId="urn:microsoft.com/office/officeart/2008/layout/LinedList"/>
    <dgm:cxn modelId="{06E6CAC6-F81C-445C-AC2E-34FDC589D955}" type="presParOf" srcId="{1D214264-1839-429C-B5E1-654FF7A85B5C}" destId="{0A12888F-4401-4E88-95E2-DE8D5FCEBDED}" srcOrd="11" destOrd="0" presId="urn:microsoft.com/office/officeart/2008/layout/LinedList"/>
    <dgm:cxn modelId="{4B25D816-3E38-4A9D-B08C-DC747B583240}" type="presParOf" srcId="{0A12888F-4401-4E88-95E2-DE8D5FCEBDED}" destId="{E0041D7C-B05F-44C7-865C-D368DA7FF8E2}" srcOrd="0" destOrd="0" presId="urn:microsoft.com/office/officeart/2008/layout/LinedList"/>
    <dgm:cxn modelId="{96A3EE0B-768F-4F8B-B536-4935340781E6}" type="presParOf" srcId="{0A12888F-4401-4E88-95E2-DE8D5FCEBDED}" destId="{A7119A5B-0ECE-49E3-A46B-968F13B53AD3}" srcOrd="1" destOrd="0" presId="urn:microsoft.com/office/officeart/2008/layout/LinedList"/>
    <dgm:cxn modelId="{08453B22-A556-42D5-AC6A-6539071ECCF0}" type="presParOf" srcId="{1D214264-1839-429C-B5E1-654FF7A85B5C}" destId="{6F249B4A-5CB8-498B-870D-FBFDC1548E5C}" srcOrd="12" destOrd="0" presId="urn:microsoft.com/office/officeart/2008/layout/LinedList"/>
    <dgm:cxn modelId="{79EA066E-BAED-4BFC-92C1-6CE1BD15EC8B}" type="presParOf" srcId="{1D214264-1839-429C-B5E1-654FF7A85B5C}" destId="{C170BB4F-FD6C-4E57-AD64-FB10CE221110}" srcOrd="13" destOrd="0" presId="urn:microsoft.com/office/officeart/2008/layout/LinedList"/>
    <dgm:cxn modelId="{F0A61298-CD8A-4C81-9191-5990E1039D33}" type="presParOf" srcId="{C170BB4F-FD6C-4E57-AD64-FB10CE221110}" destId="{0B3A64C4-831D-463C-8A3D-47430D51AF8D}" srcOrd="0" destOrd="0" presId="urn:microsoft.com/office/officeart/2008/layout/LinedList"/>
    <dgm:cxn modelId="{C1A9A57C-DC45-479E-850C-872B8CC0B0E0}" type="presParOf" srcId="{C170BB4F-FD6C-4E57-AD64-FB10CE221110}" destId="{B9198856-8118-487C-949D-EE3F7DE853F7}" srcOrd="1" destOrd="0" presId="urn:microsoft.com/office/officeart/2008/layout/LinedList"/>
    <dgm:cxn modelId="{A22E7FBA-6F62-421C-8C83-297BFA332038}" type="presParOf" srcId="{1D214264-1839-429C-B5E1-654FF7A85B5C}" destId="{D8B93F51-99C9-4734-8ACB-E1AED78C1383}" srcOrd="14" destOrd="0" presId="urn:microsoft.com/office/officeart/2008/layout/LinedList"/>
    <dgm:cxn modelId="{2757952B-CFB2-4ABB-AEA7-D9EAD92CD89B}" type="presParOf" srcId="{1D214264-1839-429C-B5E1-654FF7A85B5C}" destId="{5A6E17C9-D7D7-49DF-8244-C7C5DB3EF660}" srcOrd="15" destOrd="0" presId="urn:microsoft.com/office/officeart/2008/layout/LinedList"/>
    <dgm:cxn modelId="{9C9F5D69-6E43-4AFA-870A-0795161A9B0F}" type="presParOf" srcId="{5A6E17C9-D7D7-49DF-8244-C7C5DB3EF660}" destId="{8C78D942-E60D-4EBE-AC9D-AA876DE8E8C7}" srcOrd="0" destOrd="0" presId="urn:microsoft.com/office/officeart/2008/layout/LinedList"/>
    <dgm:cxn modelId="{52750A8E-9A1E-4453-BB0D-7F7D7E8FA206}" type="presParOf" srcId="{5A6E17C9-D7D7-49DF-8244-C7C5DB3EF660}" destId="{08495A66-A23F-4C0C-BC4D-ABAA8E01199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19511-D169-43C0-8B63-36F8B4FCC92D}">
      <dsp:nvSpPr>
        <dsp:cNvPr id="0" name=""/>
        <dsp:cNvSpPr/>
      </dsp:nvSpPr>
      <dsp:spPr>
        <a:xfrm rot="4396374">
          <a:off x="2376438" y="984113"/>
          <a:ext cx="4269237" cy="2977260"/>
        </a:xfrm>
        <a:prstGeom prst="swooshArrow">
          <a:avLst>
            <a:gd name="adj1" fmla="val 16310"/>
            <a:gd name="adj2" fmla="val 313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>
          <a:outerShdw blurRad="190500" dist="228600" dir="270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037AA-F85F-479B-A585-A8C54542B102}">
      <dsp:nvSpPr>
        <dsp:cNvPr id="0" name=""/>
        <dsp:cNvSpPr/>
      </dsp:nvSpPr>
      <dsp:spPr>
        <a:xfrm>
          <a:off x="3831547" y="1277913"/>
          <a:ext cx="107811" cy="107811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D9174-0542-46EE-9C2C-E7B8D30F7CDC}">
      <dsp:nvSpPr>
        <dsp:cNvPr id="0" name=""/>
        <dsp:cNvSpPr/>
      </dsp:nvSpPr>
      <dsp:spPr>
        <a:xfrm>
          <a:off x="4440287" y="1745262"/>
          <a:ext cx="107811" cy="107811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35EAC-495B-4B53-9012-3B5D36CC9ADB}">
      <dsp:nvSpPr>
        <dsp:cNvPr id="0" name=""/>
        <dsp:cNvSpPr/>
      </dsp:nvSpPr>
      <dsp:spPr>
        <a:xfrm>
          <a:off x="4987554" y="2292233"/>
          <a:ext cx="107811" cy="107811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D3E9C-E39F-48D5-8DBD-FE70EFDEEE57}">
      <dsp:nvSpPr>
        <dsp:cNvPr id="0" name=""/>
        <dsp:cNvSpPr/>
      </dsp:nvSpPr>
      <dsp:spPr>
        <a:xfrm>
          <a:off x="2090241" y="0"/>
          <a:ext cx="2012813" cy="791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b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User registers via /auth/register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90241" y="0"/>
        <a:ext cx="2012813" cy="791277"/>
      </dsp:txXfrm>
    </dsp:sp>
    <dsp:sp modelId="{0ECD58B1-2CE9-4650-B37F-514F1916096F}">
      <dsp:nvSpPr>
        <dsp:cNvPr id="0" name=""/>
        <dsp:cNvSpPr/>
      </dsp:nvSpPr>
      <dsp:spPr>
        <a:xfrm>
          <a:off x="4538257" y="936180"/>
          <a:ext cx="2992019" cy="791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Password is hashed using Bcrypt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38257" y="936180"/>
        <a:ext cx="2992019" cy="791277"/>
      </dsp:txXfrm>
    </dsp:sp>
    <dsp:sp modelId="{0368DA41-A010-4339-A821-D894E173A5F0}">
      <dsp:nvSpPr>
        <dsp:cNvPr id="0" name=""/>
        <dsp:cNvSpPr/>
      </dsp:nvSpPr>
      <dsp:spPr>
        <a:xfrm>
          <a:off x="2090241" y="1403529"/>
          <a:ext cx="2012813" cy="791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JWT token is generated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90241" y="1403529"/>
        <a:ext cx="2012813" cy="791277"/>
      </dsp:txXfrm>
    </dsp:sp>
    <dsp:sp modelId="{7F74B82E-0D6B-48A0-B276-C2E4BA43ABAF}">
      <dsp:nvSpPr>
        <dsp:cNvPr id="0" name=""/>
        <dsp:cNvSpPr/>
      </dsp:nvSpPr>
      <dsp:spPr>
        <a:xfrm>
          <a:off x="5383589" y="2894098"/>
          <a:ext cx="107811" cy="107811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1E44C-C1E9-42E8-8AEB-A4D7C12FE537}">
      <dsp:nvSpPr>
        <dsp:cNvPr id="0" name=""/>
        <dsp:cNvSpPr/>
      </dsp:nvSpPr>
      <dsp:spPr>
        <a:xfrm>
          <a:off x="5517463" y="1950500"/>
          <a:ext cx="2012813" cy="791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Token stored in browser </a:t>
          </a:r>
          <a:r>
            <a:rPr lang="en-US" sz="2000" b="0" i="0" kern="1200" baseline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localStorage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17463" y="1950500"/>
        <a:ext cx="2012813" cy="791277"/>
      </dsp:txXfrm>
    </dsp:sp>
    <dsp:sp modelId="{396049A1-2CB2-4781-8016-7F059A8ECDD2}">
      <dsp:nvSpPr>
        <dsp:cNvPr id="0" name=""/>
        <dsp:cNvSpPr/>
      </dsp:nvSpPr>
      <dsp:spPr>
        <a:xfrm>
          <a:off x="2090241" y="2552365"/>
          <a:ext cx="2992019" cy="791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Protected routes validate token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90241" y="2552365"/>
        <a:ext cx="2992019" cy="791277"/>
      </dsp:txXfrm>
    </dsp:sp>
    <dsp:sp modelId="{BD02E7DE-8825-4F35-8ADC-2872E49D4D5A}">
      <dsp:nvSpPr>
        <dsp:cNvPr id="0" name=""/>
        <dsp:cNvSpPr/>
      </dsp:nvSpPr>
      <dsp:spPr>
        <a:xfrm>
          <a:off x="4810259" y="4154209"/>
          <a:ext cx="2720017" cy="791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Admin access verified using role-based check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810259" y="4154209"/>
        <a:ext cx="2720017" cy="7912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BBA05-20F7-4208-9A60-7A393347229F}">
      <dsp:nvSpPr>
        <dsp:cNvPr id="0" name=""/>
        <dsp:cNvSpPr/>
      </dsp:nvSpPr>
      <dsp:spPr>
        <a:xfrm rot="4396374">
          <a:off x="2782831" y="1002052"/>
          <a:ext cx="4347062" cy="3031534"/>
        </a:xfrm>
        <a:prstGeom prst="swooshArrow">
          <a:avLst>
            <a:gd name="adj1" fmla="val 16310"/>
            <a:gd name="adj2" fmla="val 313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>
          <a:outerShdw blurRad="190500" dist="228600" dir="2700000" algn="ctr" rotWithShape="0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BBA47-A389-4DD9-A75A-18B1D06C6006}">
      <dsp:nvSpPr>
        <dsp:cNvPr id="0" name=""/>
        <dsp:cNvSpPr/>
      </dsp:nvSpPr>
      <dsp:spPr>
        <a:xfrm>
          <a:off x="4411254" y="1397893"/>
          <a:ext cx="109776" cy="109776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F2AC9-EA12-41F2-A430-DD405F44EADE}">
      <dsp:nvSpPr>
        <dsp:cNvPr id="0" name=""/>
        <dsp:cNvSpPr/>
      </dsp:nvSpPr>
      <dsp:spPr>
        <a:xfrm>
          <a:off x="5162924" y="2004184"/>
          <a:ext cx="109776" cy="109776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CD6C8E-F081-4FBE-B8CD-16A71CBA3AF8}">
      <dsp:nvSpPr>
        <dsp:cNvPr id="0" name=""/>
        <dsp:cNvSpPr/>
      </dsp:nvSpPr>
      <dsp:spPr>
        <a:xfrm>
          <a:off x="5726261" y="2713202"/>
          <a:ext cx="109776" cy="109776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EA748F-81FD-481A-BB30-57B9E2C77150}">
      <dsp:nvSpPr>
        <dsp:cNvPr id="0" name=""/>
        <dsp:cNvSpPr/>
      </dsp:nvSpPr>
      <dsp:spPr>
        <a:xfrm>
          <a:off x="2491417" y="0"/>
          <a:ext cx="2049505" cy="805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b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User connects using JWT token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91417" y="0"/>
        <a:ext cx="2049505" cy="805702"/>
      </dsp:txXfrm>
    </dsp:sp>
    <dsp:sp modelId="{87B67395-58E3-4367-A2D8-F807F835B89B}">
      <dsp:nvSpPr>
        <dsp:cNvPr id="0" name=""/>
        <dsp:cNvSpPr/>
      </dsp:nvSpPr>
      <dsp:spPr>
        <a:xfrm>
          <a:off x="5039450" y="1049930"/>
          <a:ext cx="2991170" cy="805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Token is verified before connection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39450" y="1049930"/>
        <a:ext cx="2991170" cy="805702"/>
      </dsp:txXfrm>
    </dsp:sp>
    <dsp:sp modelId="{B83FEF64-A1DE-4D34-BCDB-BF7995F90545}">
      <dsp:nvSpPr>
        <dsp:cNvPr id="0" name=""/>
        <dsp:cNvSpPr/>
      </dsp:nvSpPr>
      <dsp:spPr>
        <a:xfrm>
          <a:off x="2401263" y="1656221"/>
          <a:ext cx="2381857" cy="805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ConnectionManager</a:t>
          </a: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stores active connections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01263" y="1656221"/>
        <a:ext cx="2381857" cy="805702"/>
      </dsp:txXfrm>
    </dsp:sp>
    <dsp:sp modelId="{D5F37307-50DE-4E43-9915-4D7158AA3CB7}">
      <dsp:nvSpPr>
        <dsp:cNvPr id="0" name=""/>
        <dsp:cNvSpPr/>
      </dsp:nvSpPr>
      <dsp:spPr>
        <a:xfrm>
          <a:off x="6202683" y="2365240"/>
          <a:ext cx="1827937" cy="805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Messages broadcasted to all users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02683" y="2365240"/>
        <a:ext cx="1827937" cy="805702"/>
      </dsp:txXfrm>
    </dsp:sp>
    <dsp:sp modelId="{67292283-26ED-409B-A3F5-91FFA2DF5C38}">
      <dsp:nvSpPr>
        <dsp:cNvPr id="0" name=""/>
        <dsp:cNvSpPr/>
      </dsp:nvSpPr>
      <dsp:spPr>
        <a:xfrm>
          <a:off x="5261019" y="4229937"/>
          <a:ext cx="2769602" cy="805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Messages stored in database with UTC timestamp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61019" y="4229937"/>
        <a:ext cx="2769602" cy="8057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F0EE4-B3B4-4BEC-B86F-8A3B96D0E8AF}">
      <dsp:nvSpPr>
        <dsp:cNvPr id="0" name=""/>
        <dsp:cNvSpPr/>
      </dsp:nvSpPr>
      <dsp:spPr>
        <a:xfrm>
          <a:off x="0" y="0"/>
          <a:ext cx="8915400" cy="0"/>
        </a:xfrm>
        <a:prstGeom prst="line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2E0F4E-6B95-4609-BB6E-72208A588EA1}">
      <dsp:nvSpPr>
        <dsp:cNvPr id="0" name=""/>
        <dsp:cNvSpPr/>
      </dsp:nvSpPr>
      <dsp:spPr>
        <a:xfrm>
          <a:off x="0" y="0"/>
          <a:ext cx="8915400" cy="47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Secure Admin Login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0"/>
        <a:ext cx="8915400" cy="472202"/>
      </dsp:txXfrm>
    </dsp:sp>
    <dsp:sp modelId="{AD38603B-3C7E-4D01-AB4D-F5CC4757BC84}">
      <dsp:nvSpPr>
        <dsp:cNvPr id="0" name=""/>
        <dsp:cNvSpPr/>
      </dsp:nvSpPr>
      <dsp:spPr>
        <a:xfrm>
          <a:off x="0" y="472202"/>
          <a:ext cx="8915400" cy="0"/>
        </a:xfrm>
        <a:prstGeom prst="line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5714"/>
                <a:tint val="96000"/>
                <a:lumMod val="104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5714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alpha val="90000"/>
              <a:hueOff val="0"/>
              <a:satOff val="0"/>
              <a:lumOff val="0"/>
              <a:alphaOff val="-5714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1BC29A-AD83-4CE1-94C9-F81EA7C92EDD}">
      <dsp:nvSpPr>
        <dsp:cNvPr id="0" name=""/>
        <dsp:cNvSpPr/>
      </dsp:nvSpPr>
      <dsp:spPr>
        <a:xfrm>
          <a:off x="0" y="472202"/>
          <a:ext cx="8915400" cy="47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Dashboard Summary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72202"/>
        <a:ext cx="8915400" cy="472202"/>
      </dsp:txXfrm>
    </dsp:sp>
    <dsp:sp modelId="{B09B8570-9DD9-47EE-ADAD-12C016723926}">
      <dsp:nvSpPr>
        <dsp:cNvPr id="0" name=""/>
        <dsp:cNvSpPr/>
      </dsp:nvSpPr>
      <dsp:spPr>
        <a:xfrm>
          <a:off x="0" y="944405"/>
          <a:ext cx="8915400" cy="0"/>
        </a:xfrm>
        <a:prstGeom prst="line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1429"/>
                <a:tint val="96000"/>
                <a:lumMod val="104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1429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alpha val="90000"/>
              <a:hueOff val="0"/>
              <a:satOff val="0"/>
              <a:lumOff val="0"/>
              <a:alphaOff val="-11429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7A5D78-6C6D-4C70-A071-61B570E43D34}">
      <dsp:nvSpPr>
        <dsp:cNvPr id="0" name=""/>
        <dsp:cNvSpPr/>
      </dsp:nvSpPr>
      <dsp:spPr>
        <a:xfrm>
          <a:off x="0" y="944405"/>
          <a:ext cx="8915400" cy="47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Total Users Count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944405"/>
        <a:ext cx="8915400" cy="472202"/>
      </dsp:txXfrm>
    </dsp:sp>
    <dsp:sp modelId="{08536970-EB29-4BE8-8C8C-1C5EB34409EF}">
      <dsp:nvSpPr>
        <dsp:cNvPr id="0" name=""/>
        <dsp:cNvSpPr/>
      </dsp:nvSpPr>
      <dsp:spPr>
        <a:xfrm>
          <a:off x="0" y="1416608"/>
          <a:ext cx="8915400" cy="0"/>
        </a:xfrm>
        <a:prstGeom prst="line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7143"/>
                <a:tint val="96000"/>
                <a:lumMod val="104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7143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alpha val="90000"/>
              <a:hueOff val="0"/>
              <a:satOff val="0"/>
              <a:lumOff val="0"/>
              <a:alphaOff val="-17143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2A9096-5C81-4BDC-814F-F9E314609092}">
      <dsp:nvSpPr>
        <dsp:cNvPr id="0" name=""/>
        <dsp:cNvSpPr/>
      </dsp:nvSpPr>
      <dsp:spPr>
        <a:xfrm>
          <a:off x="0" y="1416608"/>
          <a:ext cx="8915400" cy="47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Total Messages Count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416608"/>
        <a:ext cx="8915400" cy="472202"/>
      </dsp:txXfrm>
    </dsp:sp>
    <dsp:sp modelId="{E063C7A2-D5FE-4AE0-B71C-8D2D88D02C88}">
      <dsp:nvSpPr>
        <dsp:cNvPr id="0" name=""/>
        <dsp:cNvSpPr/>
      </dsp:nvSpPr>
      <dsp:spPr>
        <a:xfrm>
          <a:off x="0" y="1888811"/>
          <a:ext cx="8915400" cy="0"/>
        </a:xfrm>
        <a:prstGeom prst="line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2857"/>
                <a:tint val="96000"/>
                <a:lumMod val="104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2857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alpha val="90000"/>
              <a:hueOff val="0"/>
              <a:satOff val="0"/>
              <a:lumOff val="0"/>
              <a:alphaOff val="-22857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F3FCA2-8205-4A7A-A137-1E2ED3F7DD4E}">
      <dsp:nvSpPr>
        <dsp:cNvPr id="0" name=""/>
        <dsp:cNvSpPr/>
      </dsp:nvSpPr>
      <dsp:spPr>
        <a:xfrm>
          <a:off x="0" y="1888810"/>
          <a:ext cx="8915400" cy="47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Blocked Users Count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888810"/>
        <a:ext cx="8915400" cy="472202"/>
      </dsp:txXfrm>
    </dsp:sp>
    <dsp:sp modelId="{909AE1C6-C646-46EB-A4EB-47FC1816A23A}">
      <dsp:nvSpPr>
        <dsp:cNvPr id="0" name=""/>
        <dsp:cNvSpPr/>
      </dsp:nvSpPr>
      <dsp:spPr>
        <a:xfrm>
          <a:off x="0" y="2361013"/>
          <a:ext cx="8915400" cy="0"/>
        </a:xfrm>
        <a:prstGeom prst="line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8571"/>
                <a:tint val="96000"/>
                <a:lumMod val="104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8571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alpha val="90000"/>
              <a:hueOff val="0"/>
              <a:satOff val="0"/>
              <a:lumOff val="0"/>
              <a:alphaOff val="-28571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041D7C-B05F-44C7-865C-D368DA7FF8E2}">
      <dsp:nvSpPr>
        <dsp:cNvPr id="0" name=""/>
        <dsp:cNvSpPr/>
      </dsp:nvSpPr>
      <dsp:spPr>
        <a:xfrm>
          <a:off x="0" y="2361013"/>
          <a:ext cx="8915400" cy="47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• </a:t>
          </a: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Recent Messages Monitoring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361013"/>
        <a:ext cx="8915400" cy="472202"/>
      </dsp:txXfrm>
    </dsp:sp>
    <dsp:sp modelId="{6F249B4A-5CB8-498B-870D-FBFDC1548E5C}">
      <dsp:nvSpPr>
        <dsp:cNvPr id="0" name=""/>
        <dsp:cNvSpPr/>
      </dsp:nvSpPr>
      <dsp:spPr>
        <a:xfrm>
          <a:off x="0" y="2833216"/>
          <a:ext cx="8915400" cy="0"/>
        </a:xfrm>
        <a:prstGeom prst="line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34286"/>
                <a:tint val="96000"/>
                <a:lumMod val="104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34286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alpha val="90000"/>
              <a:hueOff val="0"/>
              <a:satOff val="0"/>
              <a:lumOff val="0"/>
              <a:alphaOff val="-34286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3A64C4-831D-463C-8A3D-47430D51AF8D}">
      <dsp:nvSpPr>
        <dsp:cNvPr id="0" name=""/>
        <dsp:cNvSpPr/>
      </dsp:nvSpPr>
      <dsp:spPr>
        <a:xfrm>
          <a:off x="0" y="2833216"/>
          <a:ext cx="8915400" cy="47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• Download Users CSV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833216"/>
        <a:ext cx="8915400" cy="472202"/>
      </dsp:txXfrm>
    </dsp:sp>
    <dsp:sp modelId="{D8B93F51-99C9-4734-8ACB-E1AED78C1383}">
      <dsp:nvSpPr>
        <dsp:cNvPr id="0" name=""/>
        <dsp:cNvSpPr/>
      </dsp:nvSpPr>
      <dsp:spPr>
        <a:xfrm>
          <a:off x="0" y="3305419"/>
          <a:ext cx="8915400" cy="0"/>
        </a:xfrm>
        <a:prstGeom prst="line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tint val="96000"/>
                <a:lumMod val="104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78D942-E60D-4EBE-AC9D-AA876DE8E8C7}">
      <dsp:nvSpPr>
        <dsp:cNvPr id="0" name=""/>
        <dsp:cNvSpPr/>
      </dsp:nvSpPr>
      <dsp:spPr>
        <a:xfrm>
          <a:off x="0" y="3305419"/>
          <a:ext cx="8915400" cy="47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• </a:t>
          </a: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Download Messages CSV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305419"/>
        <a:ext cx="8915400" cy="472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2" y="801710"/>
            <a:ext cx="8915399" cy="2262781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ChatterBox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WebSocket Chat Application</a:t>
            </a:r>
            <a:endParaRPr lang="en-IN" sz="40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1" y="4313740"/>
            <a:ext cx="8915399" cy="11262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Siddhi Kumari</a:t>
            </a:r>
            <a:b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Infosys Springboard Internship – Batch 11</a:t>
            </a:r>
            <a:b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Mentor: Megha M</a:t>
            </a:r>
            <a:b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19 February 2026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92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ChatterBox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full-stack real-time chat application developed using FastAPI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user registration and login using JWT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messaging using WebSocket protocol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dashboard for system monitoring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ML-based bad word detection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warning and blocking system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CSV data export functionality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5441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chat applications often face: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real-time efficiency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Weak authentication mechanisms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proper moderation system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admin monitoring capabilities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solves these issues using a secure and scalable backend architecture.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1352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Objectives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913" y="2133600"/>
            <a:ext cx="8636000" cy="3778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53542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FastAPI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SQLAlchemy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SQLite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JWT (python-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Passlib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Bcrypt</a:t>
            </a:r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HTML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CSS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JavaScript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 bad-word detection logic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1542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Architecture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46" y="1905000"/>
            <a:ext cx="7366716" cy="45601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527873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Structure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Chat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ML Moderation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Utils &amp; Security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&amp; Models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Login &amp; Registration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Chat Interface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Login &amp; Dashboard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2207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900" b="1" dirty="0">
                <a:latin typeface="Segoe UI" panose="020B0502040204020203" pitchFamily="34" charset="0"/>
                <a:cs typeface="Segoe UI" panose="020B0502040204020203" pitchFamily="34" charset="0"/>
              </a:rPr>
              <a:t>Authentication Flow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02743"/>
              </p:ext>
            </p:extLst>
          </p:nvPr>
        </p:nvGraphicFramePr>
        <p:xfrm>
          <a:off x="1738648" y="1751527"/>
          <a:ext cx="9620518" cy="4945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35050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Real-Time WebSocket Flow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4148085"/>
              </p:ext>
            </p:extLst>
          </p:nvPr>
        </p:nvGraphicFramePr>
        <p:xfrm>
          <a:off x="1236373" y="1609859"/>
          <a:ext cx="10522038" cy="5035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49699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Machine Learning Moderation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468451"/>
            <a:ext cx="8915400" cy="3777622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 bad-word detection module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Tracks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warning_count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user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1st violation → Warning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2nd violation → Warning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3rd violation → Auto Block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users cannot: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Send messages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3295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Admin Features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0010490"/>
              </p:ext>
            </p:extLst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03387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Database Design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Table: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username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email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password_hash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is_admin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is_blocked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warning_count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created_at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 Table: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sender_id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receiver_id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room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timestamp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4138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WebSocket communication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JWT-based authentication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admin control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ML-based moderation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Warning &amp; Auto-block system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CSV Export functionality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 and responsive UI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Date separator logic (Today / Yesterday)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UTC timestamp handling</a:t>
            </a:r>
          </a:p>
        </p:txBody>
      </p:sp>
    </p:spTree>
    <p:extLst>
      <p:ext uri="{BB962C8B-B14F-4D97-AF65-F5344CB8AC3E}">
        <p14:creationId xmlns:p14="http://schemas.microsoft.com/office/powerpoint/2010/main" val="40815867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Implementing secure JWT authentication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WebSocket token verification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Passlib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Bcrypt compatibility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Designing auto-block logic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Implementing CSV streaming response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Timezone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mismatch issues</a:t>
            </a:r>
          </a:p>
        </p:txBody>
      </p:sp>
    </p:spTree>
    <p:extLst>
      <p:ext uri="{BB962C8B-B14F-4D97-AF65-F5344CB8AC3E}">
        <p14:creationId xmlns:p14="http://schemas.microsoft.com/office/powerpoint/2010/main" val="2445363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Deep understanding of FastAPI architecture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communication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authentication using JWT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SQLAlchemy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 control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Backend + Frontend integration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monitoring systems</a:t>
            </a:r>
          </a:p>
        </p:txBody>
      </p:sp>
    </p:spTree>
    <p:extLst>
      <p:ext uri="{BB962C8B-B14F-4D97-AF65-F5344CB8AC3E}">
        <p14:creationId xmlns:p14="http://schemas.microsoft.com/office/powerpoint/2010/main" val="21446227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ChatterBox project successfully demonstrates: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scalable real-time communication system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authentication and authorization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Intelligent moderation mechanism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 admin control system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Professional full-stack development skills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32010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on cloud server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private chat rooms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proper ML model training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file/image sharing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UI animations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295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51031" y="269371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54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Thank You</a:t>
            </a:r>
          </a:p>
          <a:p>
            <a:pPr algn="ctr"/>
            <a:r>
              <a:rPr lang="en-IN" sz="54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27568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127</TotalTime>
  <Words>214</Words>
  <Application>Microsoft Office PowerPoint</Application>
  <PresentationFormat>Widescreen</PresentationFormat>
  <Paragraphs>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Century Gothic</vt:lpstr>
      <vt:lpstr>Segoe UI</vt:lpstr>
      <vt:lpstr>Times New Roman</vt:lpstr>
      <vt:lpstr>Wingdings 3</vt:lpstr>
      <vt:lpstr>Wisp</vt:lpstr>
      <vt:lpstr>ChatterBox Real-Time WebSocket Chat Application</vt:lpstr>
      <vt:lpstr>Project Overview</vt:lpstr>
      <vt:lpstr>Problem Statement</vt:lpstr>
      <vt:lpstr>Project Objectives</vt:lpstr>
      <vt:lpstr>Technology Stack</vt:lpstr>
      <vt:lpstr>Project Architecture</vt:lpstr>
      <vt:lpstr>Project Structure</vt:lpstr>
      <vt:lpstr>Authentication Flow </vt:lpstr>
      <vt:lpstr>Real-Time WebSocket Flow</vt:lpstr>
      <vt:lpstr>Machine Learning Moderation System</vt:lpstr>
      <vt:lpstr>Admin Features</vt:lpstr>
      <vt:lpstr>Database Design</vt:lpstr>
      <vt:lpstr>Key Features</vt:lpstr>
      <vt:lpstr>Challenges Faced</vt:lpstr>
      <vt:lpstr>Learning Outcomes</vt:lpstr>
      <vt:lpstr>Conclusion</vt:lpstr>
      <vt:lpstr>Future Improvements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13</cp:revision>
  <dcterms:created xsi:type="dcterms:W3CDTF">2026-02-19T06:25:53Z</dcterms:created>
  <dcterms:modified xsi:type="dcterms:W3CDTF">2026-02-19T08:33:00Z</dcterms:modified>
</cp:coreProperties>
</file>